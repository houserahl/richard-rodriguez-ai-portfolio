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8"/>
  </p:notesMasterIdLst>
  <p:sldIdLst>
    <p:sldId id="2561" r:id="rId2"/>
    <p:sldId id="2562" r:id="rId3"/>
    <p:sldId id="2578" r:id="rId4"/>
    <p:sldId id="2564" r:id="rId5"/>
    <p:sldId id="2565" r:id="rId6"/>
    <p:sldId id="2566" r:id="rId7"/>
    <p:sldId id="2567" r:id="rId8"/>
    <p:sldId id="2568" r:id="rId9"/>
    <p:sldId id="2569" r:id="rId10"/>
    <p:sldId id="2570" r:id="rId11"/>
    <p:sldId id="2571" r:id="rId12"/>
    <p:sldId id="2572" r:id="rId13"/>
    <p:sldId id="2573" r:id="rId14"/>
    <p:sldId id="2574" r:id="rId15"/>
    <p:sldId id="2575" r:id="rId16"/>
    <p:sldId id="2576"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AA290E1-F3A6-4CEE-B01A-93F2B8A41197}" v="2" dt="2026-02-03T04:53:26.86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573" autoAdjust="0"/>
    <p:restoredTop sz="83163" autoAdjust="0"/>
  </p:normalViewPr>
  <p:slideViewPr>
    <p:cSldViewPr snapToGrid="0">
      <p:cViewPr varScale="1">
        <p:scale>
          <a:sx n="79" d="100"/>
          <a:sy n="79" d="100"/>
        </p:scale>
        <p:origin x="996" y="318"/>
      </p:cViewPr>
      <p:guideLst/>
    </p:cSldViewPr>
  </p:slideViewPr>
  <p:notesTextViewPr>
    <p:cViewPr>
      <p:scale>
        <a:sx n="125" d="100"/>
        <a:sy n="12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chard.rodriguez17-W1428896" userId="b7b0f4cf-5bce-4e0f-9445-5129c368ad4f" providerId="ADAL" clId="{C416233B-6565-474C-83C4-F522055FCCB6}"/>
    <pc:docChg chg="modSld">
      <pc:chgData name="richard.rodriguez17-W1428896" userId="b7b0f4cf-5bce-4e0f-9445-5129c368ad4f" providerId="ADAL" clId="{C416233B-6565-474C-83C4-F522055FCCB6}" dt="2026-02-03T04:53:48.830" v="29" actId="1076"/>
      <pc:docMkLst>
        <pc:docMk/>
      </pc:docMkLst>
      <pc:sldChg chg="addSp modSp mod">
        <pc:chgData name="richard.rodriguez17-W1428896" userId="b7b0f4cf-5bce-4e0f-9445-5129c368ad4f" providerId="ADAL" clId="{C416233B-6565-474C-83C4-F522055FCCB6}" dt="2026-02-03T04:53:48.830" v="29" actId="1076"/>
        <pc:sldMkLst>
          <pc:docMk/>
          <pc:sldMk cId="3131258965" sldId="2561"/>
        </pc:sldMkLst>
        <pc:spChg chg="add mod">
          <ac:chgData name="richard.rodriguez17-W1428896" userId="b7b0f4cf-5bce-4e0f-9445-5129c368ad4f" providerId="ADAL" clId="{C416233B-6565-474C-83C4-F522055FCCB6}" dt="2026-02-03T04:53:48.830" v="29" actId="1076"/>
          <ac:spMkLst>
            <pc:docMk/>
            <pc:sldMk cId="3131258965" sldId="2561"/>
            <ac:spMk id="3" creationId="{444E1178-0C8B-51BF-087A-CE2775167501}"/>
          </ac:spMkLst>
        </pc:spChg>
        <pc:spChg chg="mod">
          <ac:chgData name="richard.rodriguez17-W1428896" userId="b7b0f4cf-5bce-4e0f-9445-5129c368ad4f" providerId="ADAL" clId="{C416233B-6565-474C-83C4-F522055FCCB6}" dt="2026-02-03T04:53:44.881" v="28" actId="1076"/>
          <ac:spMkLst>
            <pc:docMk/>
            <pc:sldMk cId="3131258965" sldId="2561"/>
            <ac:spMk id="11" creationId="{D0A9B9F1-82EB-40BE-AC97-C31A3B46D5F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53191B9-97C2-4619-BEEF-262982D01014}" type="datetimeFigureOut">
              <a:rPr lang="en-US" smtClean="0"/>
              <a:t>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BBA03E-A4F2-4647-883B-5F5757104246}" type="slidenum">
              <a:rPr lang="en-US" smtClean="0"/>
              <a:t>‹#›</a:t>
            </a:fld>
            <a:endParaRPr lang="en-US"/>
          </a:p>
        </p:txBody>
      </p:sp>
    </p:spTree>
    <p:extLst>
      <p:ext uri="{BB962C8B-B14F-4D97-AF65-F5344CB8AC3E}">
        <p14:creationId xmlns:p14="http://schemas.microsoft.com/office/powerpoint/2010/main" val="30502061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4EB20E-39F1-4BB5-BBC0-3316252D2EE6}" type="slidenum">
              <a:rPr lang="en-US" smtClean="0"/>
              <a:t>1</a:t>
            </a:fld>
            <a:endParaRPr lang="en-US"/>
          </a:p>
        </p:txBody>
      </p:sp>
    </p:spTree>
    <p:extLst>
      <p:ext uri="{BB962C8B-B14F-4D97-AF65-F5344CB8AC3E}">
        <p14:creationId xmlns:p14="http://schemas.microsoft.com/office/powerpoint/2010/main" val="24983296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4EB20E-39F1-4BB5-BBC0-3316252D2EE6}" type="slidenum">
              <a:rPr lang="en-US" smtClean="0"/>
              <a:t>2</a:t>
            </a:fld>
            <a:endParaRPr lang="en-US"/>
          </a:p>
        </p:txBody>
      </p:sp>
    </p:spTree>
    <p:extLst>
      <p:ext uri="{BB962C8B-B14F-4D97-AF65-F5344CB8AC3E}">
        <p14:creationId xmlns:p14="http://schemas.microsoft.com/office/powerpoint/2010/main" val="3004045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C10A8-50D4-B7AE-F379-69AFA57812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D5A6DC-1F40-57DE-0823-C379E423A4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02B088-D7A5-3777-FA97-40E451FA632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9BB959A-A5A8-B6A0-9B1E-92D5DFEFDF75}"/>
              </a:ext>
            </a:extLst>
          </p:cNvPr>
          <p:cNvSpPr>
            <a:spLocks noGrp="1"/>
          </p:cNvSpPr>
          <p:nvPr>
            <p:ph type="sldNum" sz="quarter" idx="5"/>
          </p:nvPr>
        </p:nvSpPr>
        <p:spPr/>
        <p:txBody>
          <a:bodyPr/>
          <a:lstStyle/>
          <a:p>
            <a:fld id="{9C4EB20E-39F1-4BB5-BBC0-3316252D2EE6}" type="slidenum">
              <a:rPr lang="en-US" smtClean="0"/>
              <a:t>3</a:t>
            </a:fld>
            <a:endParaRPr lang="en-US"/>
          </a:p>
        </p:txBody>
      </p:sp>
    </p:spTree>
    <p:extLst>
      <p:ext uri="{BB962C8B-B14F-4D97-AF65-F5344CB8AC3E}">
        <p14:creationId xmlns:p14="http://schemas.microsoft.com/office/powerpoint/2010/main" val="2380236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4EB20E-39F1-4BB5-BBC0-3316252D2EE6}" type="slidenum">
              <a:rPr lang="en-US" smtClean="0"/>
              <a:t>4</a:t>
            </a:fld>
            <a:endParaRPr lang="en-US"/>
          </a:p>
        </p:txBody>
      </p:sp>
    </p:spTree>
    <p:extLst>
      <p:ext uri="{BB962C8B-B14F-4D97-AF65-F5344CB8AC3E}">
        <p14:creationId xmlns:p14="http://schemas.microsoft.com/office/powerpoint/2010/main" val="36126682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4EB20E-39F1-4BB5-BBC0-3316252D2EE6}" type="slidenum">
              <a:rPr lang="en-US" smtClean="0"/>
              <a:t>5</a:t>
            </a:fld>
            <a:endParaRPr lang="en-US"/>
          </a:p>
        </p:txBody>
      </p:sp>
    </p:spTree>
    <p:extLst>
      <p:ext uri="{BB962C8B-B14F-4D97-AF65-F5344CB8AC3E}">
        <p14:creationId xmlns:p14="http://schemas.microsoft.com/office/powerpoint/2010/main" val="40006600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4EB20E-39F1-4BB5-BBC0-3316252D2EE6}" type="slidenum">
              <a:rPr lang="en-US" smtClean="0"/>
              <a:t>6</a:t>
            </a:fld>
            <a:endParaRPr lang="en-US"/>
          </a:p>
        </p:txBody>
      </p:sp>
    </p:spTree>
    <p:extLst>
      <p:ext uri="{BB962C8B-B14F-4D97-AF65-F5344CB8AC3E}">
        <p14:creationId xmlns:p14="http://schemas.microsoft.com/office/powerpoint/2010/main" val="35101609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4EB20E-39F1-4BB5-BBC0-3316252D2EE6}" type="slidenum">
              <a:rPr lang="en-US" smtClean="0"/>
              <a:t>7</a:t>
            </a:fld>
            <a:endParaRPr lang="en-US"/>
          </a:p>
        </p:txBody>
      </p:sp>
    </p:spTree>
    <p:extLst>
      <p:ext uri="{BB962C8B-B14F-4D97-AF65-F5344CB8AC3E}">
        <p14:creationId xmlns:p14="http://schemas.microsoft.com/office/powerpoint/2010/main" val="26449827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4EB20E-39F1-4BB5-BBC0-3316252D2EE6}" type="slidenum">
              <a:rPr lang="en-US" smtClean="0"/>
              <a:t>8</a:t>
            </a:fld>
            <a:endParaRPr lang="en-US"/>
          </a:p>
        </p:txBody>
      </p:sp>
    </p:spTree>
    <p:extLst>
      <p:ext uri="{BB962C8B-B14F-4D97-AF65-F5344CB8AC3E}">
        <p14:creationId xmlns:p14="http://schemas.microsoft.com/office/powerpoint/2010/main" val="32596039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4EB20E-39F1-4BB5-BBC0-3316252D2EE6}" type="slidenum">
              <a:rPr lang="en-US" smtClean="0"/>
              <a:t>9</a:t>
            </a:fld>
            <a:endParaRPr lang="en-US"/>
          </a:p>
        </p:txBody>
      </p:sp>
    </p:spTree>
    <p:extLst>
      <p:ext uri="{BB962C8B-B14F-4D97-AF65-F5344CB8AC3E}">
        <p14:creationId xmlns:p14="http://schemas.microsoft.com/office/powerpoint/2010/main" val="16893417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4EB20E-39F1-4BB5-BBC0-3316252D2EE6}" type="slidenum">
              <a:rPr lang="en-US" smtClean="0"/>
              <a:t>10</a:t>
            </a:fld>
            <a:endParaRPr lang="en-US"/>
          </a:p>
        </p:txBody>
      </p:sp>
    </p:spTree>
    <p:extLst>
      <p:ext uri="{BB962C8B-B14F-4D97-AF65-F5344CB8AC3E}">
        <p14:creationId xmlns:p14="http://schemas.microsoft.com/office/powerpoint/2010/main" val="34107218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Computers don’t just know if they're wrong, they also measure how big the mistake is. This '</a:t>
            </a:r>
            <a:r>
              <a:rPr lang="en-US" dirty="0" err="1"/>
              <a:t>Oops'</a:t>
            </a:r>
            <a:r>
              <a:rPr lang="en-US" dirty="0"/>
              <a:t> moment helps the computer understand how much it needs to change to do better next time. The bigger the mistake, the more the computer adjusts its connections inside.</a:t>
            </a:r>
          </a:p>
        </p:txBody>
      </p:sp>
      <p:sp>
        <p:nvSpPr>
          <p:cNvPr id="4" name="Slide Number Placeholder 3"/>
          <p:cNvSpPr>
            <a:spLocks noGrp="1"/>
          </p:cNvSpPr>
          <p:nvPr>
            <p:ph type="sldNum" sz="quarter" idx="5"/>
          </p:nvPr>
        </p:nvSpPr>
        <p:spPr/>
        <p:txBody>
          <a:bodyPr/>
          <a:lstStyle/>
          <a:p>
            <a:fld id="{9C4EB20E-39F1-4BB5-BBC0-3316252D2EE6}" type="slidenum">
              <a:rPr lang="en-US" smtClean="0"/>
              <a:t>11</a:t>
            </a:fld>
            <a:endParaRPr lang="en-US"/>
          </a:p>
        </p:txBody>
      </p:sp>
    </p:spTree>
    <p:extLst>
      <p:ext uri="{BB962C8B-B14F-4D97-AF65-F5344CB8AC3E}">
        <p14:creationId xmlns:p14="http://schemas.microsoft.com/office/powerpoint/2010/main" val="10246881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4EB20E-39F1-4BB5-BBC0-3316252D2EE6}" type="slidenum">
              <a:rPr lang="en-US" smtClean="0"/>
              <a:t>12</a:t>
            </a:fld>
            <a:endParaRPr lang="en-US"/>
          </a:p>
        </p:txBody>
      </p:sp>
    </p:spTree>
    <p:extLst>
      <p:ext uri="{BB962C8B-B14F-4D97-AF65-F5344CB8AC3E}">
        <p14:creationId xmlns:p14="http://schemas.microsoft.com/office/powerpoint/2010/main" val="42476747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4EB20E-39F1-4BB5-BBC0-3316252D2EE6}" type="slidenum">
              <a:rPr lang="en-US" smtClean="0"/>
              <a:t>13</a:t>
            </a:fld>
            <a:endParaRPr lang="en-US"/>
          </a:p>
        </p:txBody>
      </p:sp>
    </p:spTree>
    <p:extLst>
      <p:ext uri="{BB962C8B-B14F-4D97-AF65-F5344CB8AC3E}">
        <p14:creationId xmlns:p14="http://schemas.microsoft.com/office/powerpoint/2010/main" val="17157814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Once the computer knows where the mistakes happened, it changes its connections just a little bit at a time. These small fixes help the computer slowly get better without making big jumps that might confuse it.</a:t>
            </a:r>
          </a:p>
        </p:txBody>
      </p:sp>
      <p:sp>
        <p:nvSpPr>
          <p:cNvPr id="4" name="Slide Number Placeholder 3"/>
          <p:cNvSpPr>
            <a:spLocks noGrp="1"/>
          </p:cNvSpPr>
          <p:nvPr>
            <p:ph type="sldNum" sz="quarter" idx="5"/>
          </p:nvPr>
        </p:nvSpPr>
        <p:spPr/>
        <p:txBody>
          <a:bodyPr/>
          <a:lstStyle/>
          <a:p>
            <a:fld id="{9C4EB20E-39F1-4BB5-BBC0-3316252D2EE6}" type="slidenum">
              <a:rPr lang="en-US" smtClean="0"/>
              <a:t>14</a:t>
            </a:fld>
            <a:endParaRPr lang="en-US"/>
          </a:p>
        </p:txBody>
      </p:sp>
    </p:spTree>
    <p:extLst>
      <p:ext uri="{BB962C8B-B14F-4D97-AF65-F5344CB8AC3E}">
        <p14:creationId xmlns:p14="http://schemas.microsoft.com/office/powerpoint/2010/main" val="29454300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4EB20E-39F1-4BB5-BBC0-3316252D2EE6}" type="slidenum">
              <a:rPr lang="en-US" smtClean="0"/>
              <a:t>15</a:t>
            </a:fld>
            <a:endParaRPr lang="en-US"/>
          </a:p>
        </p:txBody>
      </p:sp>
    </p:spTree>
    <p:extLst>
      <p:ext uri="{BB962C8B-B14F-4D97-AF65-F5344CB8AC3E}">
        <p14:creationId xmlns:p14="http://schemas.microsoft.com/office/powerpoint/2010/main" val="1113262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C4EB20E-39F1-4BB5-BBC0-3316252D2EE6}" type="slidenum">
              <a:rPr lang="en-US" smtClean="0"/>
              <a:t>16</a:t>
            </a:fld>
            <a:endParaRPr lang="en-US"/>
          </a:p>
        </p:txBody>
      </p:sp>
    </p:spTree>
    <p:extLst>
      <p:ext uri="{BB962C8B-B14F-4D97-AF65-F5344CB8AC3E}">
        <p14:creationId xmlns:p14="http://schemas.microsoft.com/office/powerpoint/2010/main" val="314133818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85800" y="4953000"/>
            <a:ext cx="10789920" cy="786384"/>
          </a:xfrm>
        </p:spPr>
        <p:txBody>
          <a:bodyPr vert="horz" lIns="91440" tIns="45720" rIns="91440" bIns="45720" rtlCol="0" anchor="b">
            <a:normAutofit/>
          </a:bodyPr>
          <a:lstStyle>
            <a:lvl1pPr>
              <a:defRPr lang="en-US" sz="4000" dirty="0">
                <a:solidFill>
                  <a:schemeClr val="accent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85800" y="5723056"/>
            <a:ext cx="10789920" cy="365125"/>
          </a:xfrm>
        </p:spPr>
        <p:txBody>
          <a:bodyPr vert="horz" lIns="91440" tIns="45720" rIns="91440" bIns="45720" rtlCol="0">
            <a:normAutofit/>
          </a:bodyPr>
          <a:lstStyle>
            <a:lvl1pPr marL="0" indent="0">
              <a:buNone/>
              <a:defRPr lang="en-US" sz="1600" dirty="0">
                <a:solidFill>
                  <a:schemeClr val="accent5"/>
                </a:solidFill>
              </a:defRPr>
            </a:lvl1pPr>
          </a:lstStyle>
          <a:p>
            <a:pPr lvl="0"/>
            <a:r>
              <a:rPr lang="en-US" dirty="0"/>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12191999" cy="475488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15" name="Footer Placeholder 14">
            <a:extLst>
              <a:ext uri="{FF2B5EF4-FFF2-40B4-BE49-F238E27FC236}">
                <a16:creationId xmlns:a16="http://schemas.microsoft.com/office/drawing/2014/main" id="{C85E6B85-DD51-B9C3-1A0F-526FD2B32B95}"/>
              </a:ext>
            </a:extLst>
          </p:cNvPr>
          <p:cNvSpPr>
            <a:spLocks noGrp="1"/>
          </p:cNvSpPr>
          <p:nvPr>
            <p:ph type="ftr" sz="quarter" idx="15"/>
          </p:nvPr>
        </p:nvSpPr>
        <p:spPr/>
        <p:txBody>
          <a:bodyPr/>
          <a:lstStyle>
            <a:lvl1pPr>
              <a:defRPr b="0">
                <a:solidFill>
                  <a:schemeClr val="accent5"/>
                </a:solidFill>
              </a:defRPr>
            </a:lvl1pPr>
          </a:lstStyle>
          <a:p>
            <a:endParaRPr lang="en-US" b="0" dirty="0"/>
          </a:p>
        </p:txBody>
      </p:sp>
      <p:sp>
        <p:nvSpPr>
          <p:cNvPr id="14" name="Date Placeholder 13">
            <a:extLst>
              <a:ext uri="{FF2B5EF4-FFF2-40B4-BE49-F238E27FC236}">
                <a16:creationId xmlns:a16="http://schemas.microsoft.com/office/drawing/2014/main" id="{34483B51-BAEC-F543-9306-DB4C7AF5BD2C}"/>
              </a:ext>
            </a:extLst>
          </p:cNvPr>
          <p:cNvSpPr>
            <a:spLocks noGrp="1"/>
          </p:cNvSpPr>
          <p:nvPr>
            <p:ph type="dt" sz="half" idx="14"/>
          </p:nvPr>
        </p:nvSpPr>
        <p:spPr/>
        <p:txBody>
          <a:bodyPr/>
          <a:lstStyle>
            <a:lvl1pPr>
              <a:defRPr b="0">
                <a:solidFill>
                  <a:schemeClr val="accent5"/>
                </a:solidFill>
              </a:defRPr>
            </a:lvl1pPr>
          </a:lstStyle>
          <a:p>
            <a:fld id="{B72EA355-EE8B-47EB-B6F6-9F5690AE9D78}" type="datetime1">
              <a:rPr lang="en-US" smtClean="0"/>
              <a:t>2/2/2026</a:t>
            </a:fld>
            <a:endParaRPr lang="en-US" b="0" dirty="0"/>
          </a:p>
        </p:txBody>
      </p:sp>
      <p:sp>
        <p:nvSpPr>
          <p:cNvPr id="16" name="Slide Number Placeholder 15">
            <a:extLst>
              <a:ext uri="{FF2B5EF4-FFF2-40B4-BE49-F238E27FC236}">
                <a16:creationId xmlns:a16="http://schemas.microsoft.com/office/drawing/2014/main" id="{49BFBAB6-9C99-43B8-8C8A-FF7580EA82CC}"/>
              </a:ext>
            </a:extLst>
          </p:cNvPr>
          <p:cNvSpPr>
            <a:spLocks noGrp="1"/>
          </p:cNvSpPr>
          <p:nvPr>
            <p:ph type="sldNum" sz="quarter" idx="16"/>
          </p:nvPr>
        </p:nvSpPr>
        <p:spPr>
          <a:solidFill>
            <a:schemeClr val="accent1">
              <a:lumMod val="90000"/>
              <a:lumOff val="10000"/>
            </a:schemeClr>
          </a:solidFill>
        </p:spPr>
        <p:txBody>
          <a:bodyPr/>
          <a:lstStyle>
            <a:lvl1pPr>
              <a:defRPr b="0">
                <a:solidFill>
                  <a:schemeClr val="accent5"/>
                </a:solidFill>
              </a:defRPr>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219315798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nchor="b"/>
          <a:lstStyle/>
          <a:p>
            <a:r>
              <a:rPr lang="en-US" dirty="0"/>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Footer Placeholder 13">
            <a:extLst>
              <a:ext uri="{FF2B5EF4-FFF2-40B4-BE49-F238E27FC236}">
                <a16:creationId xmlns:a16="http://schemas.microsoft.com/office/drawing/2014/main" id="{7A6B1363-C680-CD66-D9AB-FC7F9B2AAE5B}"/>
              </a:ext>
            </a:extLst>
          </p:cNvPr>
          <p:cNvSpPr>
            <a:spLocks noGrp="1"/>
          </p:cNvSpPr>
          <p:nvPr>
            <p:ph type="ftr" sz="quarter" idx="11"/>
          </p:nvPr>
        </p:nvSpPr>
        <p:spPr/>
        <p:txBody>
          <a:bodyPr/>
          <a:lstStyle/>
          <a:p>
            <a:endParaRPr lang="en-US" sz="900" dirty="0"/>
          </a:p>
        </p:txBody>
      </p:sp>
      <p:sp>
        <p:nvSpPr>
          <p:cNvPr id="13" name="Date Placeholder 12">
            <a:extLst>
              <a:ext uri="{FF2B5EF4-FFF2-40B4-BE49-F238E27FC236}">
                <a16:creationId xmlns:a16="http://schemas.microsoft.com/office/drawing/2014/main" id="{6BAC46A9-8368-539A-C6C7-283FD86450D0}"/>
              </a:ext>
            </a:extLst>
          </p:cNvPr>
          <p:cNvSpPr>
            <a:spLocks noGrp="1"/>
          </p:cNvSpPr>
          <p:nvPr>
            <p:ph type="dt" sz="half" idx="10"/>
          </p:nvPr>
        </p:nvSpPr>
        <p:spPr/>
        <p:txBody>
          <a:bodyPr/>
          <a:lstStyle/>
          <a:p>
            <a:fld id="{9B11A2B0-8AEA-48A8-ADCF-9BF4BC70A109}" type="datetime1">
              <a:rPr lang="en-US" smtClean="0"/>
              <a:t>2/2/2026</a:t>
            </a:fld>
            <a:endParaRPr lang="en-US" sz="900" dirty="0"/>
          </a:p>
        </p:txBody>
      </p:sp>
      <p:sp>
        <p:nvSpPr>
          <p:cNvPr id="15" name="Slide Number Placeholder 14">
            <a:extLst>
              <a:ext uri="{FF2B5EF4-FFF2-40B4-BE49-F238E27FC236}">
                <a16:creationId xmlns:a16="http://schemas.microsoft.com/office/drawing/2014/main" id="{134031AA-21A9-A2B8-A1F5-5B84DB24753A}"/>
              </a:ext>
            </a:extLst>
          </p:cNvPr>
          <p:cNvSpPr>
            <a:spLocks noGrp="1"/>
          </p:cNvSpPr>
          <p:nvPr>
            <p:ph type="sldNum" sz="quarter" idx="12"/>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20268749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772400" y="685800"/>
            <a:ext cx="3749040" cy="3931920"/>
          </a:xfrm>
        </p:spPr>
        <p:txBody>
          <a:bodyPr vert="horz" lIns="91440" tIns="45720" rIns="91440" bIns="45720" rtlCol="0" anchor="t">
            <a:normAutofit/>
          </a:bodyPr>
          <a:lstStyle>
            <a:lvl1pPr>
              <a:defRPr lang="en-US" sz="4400" dirty="0">
                <a:solidFill>
                  <a:schemeClr val="accent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772400" y="4870174"/>
            <a:ext cx="3749040" cy="1033669"/>
          </a:xfrm>
        </p:spPr>
        <p:txBody>
          <a:bodyPr vert="horz" lIns="91440" tIns="45720" rIns="91440" bIns="45720" rtlCol="0" anchor="b">
            <a:normAutofit/>
          </a:bodyPr>
          <a:lstStyle>
            <a:lvl1pPr marL="0" indent="0">
              <a:buNone/>
              <a:defRPr lang="en-US" sz="2000" dirty="0">
                <a:solidFill>
                  <a:schemeClr val="accent5"/>
                </a:solidFill>
              </a:defRPr>
            </a:lvl1pPr>
          </a:lstStyle>
          <a:p>
            <a:pPr lvl="0"/>
            <a:r>
              <a:rPr lang="en-US" dirty="0"/>
              <a:t>Click to edit Master subtitle style</a:t>
            </a:r>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0" y="0"/>
            <a:ext cx="7195675" cy="6858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17" name="Footer Placeholder 16">
            <a:extLst>
              <a:ext uri="{FF2B5EF4-FFF2-40B4-BE49-F238E27FC236}">
                <a16:creationId xmlns:a16="http://schemas.microsoft.com/office/drawing/2014/main" id="{CBBFAB2B-01D7-D044-2081-96C1458C67AF}"/>
              </a:ext>
            </a:extLst>
          </p:cNvPr>
          <p:cNvSpPr>
            <a:spLocks noGrp="1"/>
          </p:cNvSpPr>
          <p:nvPr>
            <p:ph type="ftr" sz="quarter" idx="16"/>
          </p:nvPr>
        </p:nvSpPr>
        <p:spPr>
          <a:xfrm>
            <a:off x="7772400" y="6309360"/>
            <a:ext cx="2438400" cy="548640"/>
          </a:xfrm>
        </p:spPr>
        <p:txBody>
          <a:bodyPr lIns="91440" rIns="91440"/>
          <a:lstStyle>
            <a:lvl1pPr algn="l">
              <a:defRPr b="0">
                <a:solidFill>
                  <a:schemeClr val="accent5"/>
                </a:solidFill>
              </a:defRPr>
            </a:lvl1pPr>
          </a:lstStyle>
          <a:p>
            <a:endParaRPr lang="en-US" b="0" dirty="0"/>
          </a:p>
        </p:txBody>
      </p:sp>
      <p:sp>
        <p:nvSpPr>
          <p:cNvPr id="16" name="Date Placeholder 15">
            <a:extLst>
              <a:ext uri="{FF2B5EF4-FFF2-40B4-BE49-F238E27FC236}">
                <a16:creationId xmlns:a16="http://schemas.microsoft.com/office/drawing/2014/main" id="{FD41E24D-9DF2-8567-C427-B7D499C23E3A}"/>
              </a:ext>
            </a:extLst>
          </p:cNvPr>
          <p:cNvSpPr>
            <a:spLocks noGrp="1"/>
          </p:cNvSpPr>
          <p:nvPr>
            <p:ph type="dt" sz="half" idx="15"/>
          </p:nvPr>
        </p:nvSpPr>
        <p:spPr/>
        <p:txBody>
          <a:bodyPr/>
          <a:lstStyle>
            <a:lvl1pPr>
              <a:defRPr b="0">
                <a:solidFill>
                  <a:schemeClr val="accent5"/>
                </a:solidFill>
              </a:defRPr>
            </a:lvl1pPr>
          </a:lstStyle>
          <a:p>
            <a:fld id="{9AF3CDB6-BDF2-45D0-906F-F1140CF129F5}" type="datetime1">
              <a:rPr lang="en-US" smtClean="0"/>
              <a:t>2/2/2026</a:t>
            </a:fld>
            <a:endParaRPr lang="en-US" dirty="0"/>
          </a:p>
        </p:txBody>
      </p:sp>
      <p:sp>
        <p:nvSpPr>
          <p:cNvPr id="18" name="Slide Number Placeholder 17">
            <a:extLst>
              <a:ext uri="{FF2B5EF4-FFF2-40B4-BE49-F238E27FC236}">
                <a16:creationId xmlns:a16="http://schemas.microsoft.com/office/drawing/2014/main" id="{C19C57A0-3CC0-974C-F999-A01B7DF19516}"/>
              </a:ext>
            </a:extLst>
          </p:cNvPr>
          <p:cNvSpPr>
            <a:spLocks noGrp="1"/>
          </p:cNvSpPr>
          <p:nvPr>
            <p:ph type="sldNum" sz="quarter" idx="17"/>
          </p:nvPr>
        </p:nvSpPr>
        <p:spPr>
          <a:solidFill>
            <a:schemeClr val="accent1">
              <a:lumMod val="90000"/>
              <a:lumOff val="10000"/>
            </a:schemeClr>
          </a:solidFill>
        </p:spPr>
        <p:txBody>
          <a:bodyPr/>
          <a:lstStyle>
            <a:lvl1pPr>
              <a:defRPr b="0"/>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188857051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955280" y="685800"/>
            <a:ext cx="3566160" cy="3571125"/>
          </a:xfrm>
        </p:spPr>
        <p:txBody>
          <a:bodyPr vert="horz" lIns="91440" tIns="45720" rIns="91440" bIns="45720" rtlCol="0" anchor="b">
            <a:normAutofit/>
          </a:bodyPr>
          <a:lstStyle>
            <a:lvl1pPr>
              <a:defRPr lang="en-US" sz="4400" dirty="0">
                <a:solidFill>
                  <a:schemeClr val="accent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955280" y="4403039"/>
            <a:ext cx="3566160" cy="1123122"/>
          </a:xfrm>
        </p:spPr>
        <p:txBody>
          <a:bodyPr vert="horz" lIns="91440" tIns="45720" rIns="91440" bIns="45720" rtlCol="0">
            <a:normAutofit/>
          </a:bodyPr>
          <a:lstStyle>
            <a:lvl1pPr marL="0" indent="0">
              <a:buNone/>
              <a:defRPr lang="en-US" sz="2000" dirty="0">
                <a:solidFill>
                  <a:schemeClr val="accent5"/>
                </a:solidFill>
              </a:defRPr>
            </a:lvl1pPr>
          </a:lstStyle>
          <a:p>
            <a:pPr lvl="0"/>
            <a:r>
              <a:rPr lang="en-US" dirty="0"/>
              <a:t>Click to edit Master subtitle style</a:t>
            </a:r>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1" y="0"/>
            <a:ext cx="7424272" cy="6858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11" name="Footer Placeholder 10">
            <a:extLst>
              <a:ext uri="{FF2B5EF4-FFF2-40B4-BE49-F238E27FC236}">
                <a16:creationId xmlns:a16="http://schemas.microsoft.com/office/drawing/2014/main" id="{E9AF9E37-EACE-569E-F110-B4E3F4EF7137}"/>
              </a:ext>
            </a:extLst>
          </p:cNvPr>
          <p:cNvSpPr>
            <a:spLocks noGrp="1"/>
          </p:cNvSpPr>
          <p:nvPr>
            <p:ph type="ftr" sz="quarter" idx="16"/>
          </p:nvPr>
        </p:nvSpPr>
        <p:spPr>
          <a:xfrm>
            <a:off x="7955280" y="6309360"/>
            <a:ext cx="1444752" cy="548640"/>
          </a:xfrm>
        </p:spPr>
        <p:txBody>
          <a:bodyPr lIns="91440" rIns="91440"/>
          <a:lstStyle>
            <a:lvl1pPr>
              <a:defRPr b="0">
                <a:solidFill>
                  <a:schemeClr val="accent5"/>
                </a:solidFill>
              </a:defRPr>
            </a:lvl1pPr>
          </a:lstStyle>
          <a:p>
            <a:pPr algn="l"/>
            <a:endParaRPr lang="en-US" dirty="0"/>
          </a:p>
        </p:txBody>
      </p:sp>
      <p:sp>
        <p:nvSpPr>
          <p:cNvPr id="10" name="Date Placeholder 9">
            <a:extLst>
              <a:ext uri="{FF2B5EF4-FFF2-40B4-BE49-F238E27FC236}">
                <a16:creationId xmlns:a16="http://schemas.microsoft.com/office/drawing/2014/main" id="{AE4E592C-EE16-8366-A0CD-55B2C02F5479}"/>
              </a:ext>
            </a:extLst>
          </p:cNvPr>
          <p:cNvSpPr>
            <a:spLocks noGrp="1"/>
          </p:cNvSpPr>
          <p:nvPr>
            <p:ph type="dt" sz="half" idx="15"/>
          </p:nvPr>
        </p:nvSpPr>
        <p:spPr/>
        <p:txBody>
          <a:bodyPr/>
          <a:lstStyle>
            <a:lvl1pPr>
              <a:defRPr b="0">
                <a:solidFill>
                  <a:schemeClr val="accent5"/>
                </a:solidFill>
              </a:defRPr>
            </a:lvl1pPr>
          </a:lstStyle>
          <a:p>
            <a:fld id="{354E8BB4-B99D-4B89-B4C3-64F28ED9A009}" type="datetime1">
              <a:rPr lang="en-US" smtClean="0"/>
              <a:t>2/2/2026</a:t>
            </a:fld>
            <a:endParaRPr lang="en-US" dirty="0"/>
          </a:p>
        </p:txBody>
      </p:sp>
      <p:sp>
        <p:nvSpPr>
          <p:cNvPr id="12" name="Slide Number Placeholder 11">
            <a:extLst>
              <a:ext uri="{FF2B5EF4-FFF2-40B4-BE49-F238E27FC236}">
                <a16:creationId xmlns:a16="http://schemas.microsoft.com/office/drawing/2014/main" id="{45B859B5-326B-1048-3F2A-01A6A3F1AA9D}"/>
              </a:ext>
            </a:extLst>
          </p:cNvPr>
          <p:cNvSpPr>
            <a:spLocks noGrp="1"/>
          </p:cNvSpPr>
          <p:nvPr>
            <p:ph type="sldNum" sz="quarter" idx="17"/>
          </p:nvPr>
        </p:nvSpPr>
        <p:spPr>
          <a:solidFill>
            <a:schemeClr val="accent1">
              <a:lumMod val="90000"/>
              <a:lumOff val="10000"/>
            </a:schemeClr>
          </a:solidFill>
        </p:spPr>
        <p:txBody>
          <a:bodyPr/>
          <a:lstStyle>
            <a:lvl1pPr>
              <a:defRPr b="0">
                <a:solidFill>
                  <a:schemeClr val="accent5"/>
                </a:solidFill>
              </a:defRPr>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175855287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4">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85800" y="685800"/>
            <a:ext cx="3840480" cy="3331896"/>
          </a:xfrm>
        </p:spPr>
        <p:txBody>
          <a:bodyPr vert="horz" lIns="91440" tIns="45720" rIns="91440" bIns="45720" rtlCol="0" anchor="t">
            <a:normAutofit/>
          </a:bodyPr>
          <a:lstStyle>
            <a:lvl1pPr>
              <a:defRPr lang="en-US" sz="4400" dirty="0">
                <a:solidFill>
                  <a:schemeClr val="accent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85800" y="4492488"/>
            <a:ext cx="3840480" cy="1411356"/>
          </a:xfrm>
        </p:spPr>
        <p:txBody>
          <a:bodyPr vert="horz" lIns="91440" tIns="45720" rIns="91440" bIns="45720" rtlCol="0" anchor="b">
            <a:normAutofit/>
          </a:bodyPr>
          <a:lstStyle>
            <a:lvl1pPr marL="0" indent="0">
              <a:buNone/>
              <a:defRPr lang="en-US" sz="2000" dirty="0">
                <a:solidFill>
                  <a:schemeClr val="accent5"/>
                </a:solidFill>
              </a:defRPr>
            </a:lvl1pPr>
          </a:lstStyle>
          <a:p>
            <a:pPr lvl="0"/>
            <a:r>
              <a:rPr lang="en-US"/>
              <a:t>Click to edit Master subtitle style</a:t>
            </a:r>
            <a:endParaRPr lang="en-US" dirty="0"/>
          </a:p>
        </p:txBody>
      </p:sp>
      <p:sp>
        <p:nvSpPr>
          <p:cNvPr id="17" name="Footer Placeholder 16">
            <a:extLst>
              <a:ext uri="{FF2B5EF4-FFF2-40B4-BE49-F238E27FC236}">
                <a16:creationId xmlns:a16="http://schemas.microsoft.com/office/drawing/2014/main" id="{ACFD9A81-0421-82B4-DD18-3A7E76292FA4}"/>
              </a:ext>
            </a:extLst>
          </p:cNvPr>
          <p:cNvSpPr>
            <a:spLocks noGrp="1"/>
          </p:cNvSpPr>
          <p:nvPr>
            <p:ph type="ftr" sz="quarter" idx="15"/>
          </p:nvPr>
        </p:nvSpPr>
        <p:spPr>
          <a:xfrm>
            <a:off x="685800" y="6309360"/>
            <a:ext cx="1444752" cy="548640"/>
          </a:xfrm>
        </p:spPr>
        <p:txBody>
          <a:bodyPr lIns="91440" rIns="91440"/>
          <a:lstStyle>
            <a:lvl1pPr algn="l">
              <a:defRPr b="0">
                <a:solidFill>
                  <a:schemeClr val="accent5"/>
                </a:solidFill>
              </a:defRPr>
            </a:lvl1pPr>
          </a:lstStyle>
          <a:p>
            <a:endParaRPr lang="en-US" b="0" dirty="0"/>
          </a:p>
        </p:txBody>
      </p:sp>
      <p:sp>
        <p:nvSpPr>
          <p:cNvPr id="16" name="Date Placeholder 15">
            <a:extLst>
              <a:ext uri="{FF2B5EF4-FFF2-40B4-BE49-F238E27FC236}">
                <a16:creationId xmlns:a16="http://schemas.microsoft.com/office/drawing/2014/main" id="{C2B408D8-3BD4-92A7-A0AE-86B7B718611C}"/>
              </a:ext>
            </a:extLst>
          </p:cNvPr>
          <p:cNvSpPr>
            <a:spLocks noGrp="1"/>
          </p:cNvSpPr>
          <p:nvPr>
            <p:ph type="dt" sz="half" idx="14"/>
          </p:nvPr>
        </p:nvSpPr>
        <p:spPr>
          <a:xfrm>
            <a:off x="3611880" y="6323874"/>
            <a:ext cx="914400" cy="548640"/>
          </a:xfrm>
        </p:spPr>
        <p:txBody>
          <a:bodyPr lIns="91440" rIns="91440"/>
          <a:lstStyle>
            <a:lvl1pPr algn="r">
              <a:defRPr b="0">
                <a:solidFill>
                  <a:schemeClr val="accent5"/>
                </a:solidFill>
              </a:defRPr>
            </a:lvl1pPr>
          </a:lstStyle>
          <a:p>
            <a:fld id="{16CEBE68-93CA-46D7-A645-3ACEC090DF3D}" type="datetime1">
              <a:rPr lang="en-US" smtClean="0"/>
              <a:t>2/2/2026</a:t>
            </a:fld>
            <a:endParaRPr lang="en-US" b="0"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5111574" y="0"/>
            <a:ext cx="7080426"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18" name="Slide Number Placeholder 17">
            <a:extLst>
              <a:ext uri="{FF2B5EF4-FFF2-40B4-BE49-F238E27FC236}">
                <a16:creationId xmlns:a16="http://schemas.microsoft.com/office/drawing/2014/main" id="{B63CD4FA-3BB5-C3C1-C3D6-A8F03DDBD11D}"/>
              </a:ext>
            </a:extLst>
          </p:cNvPr>
          <p:cNvSpPr>
            <a:spLocks noGrp="1"/>
          </p:cNvSpPr>
          <p:nvPr>
            <p:ph type="sldNum" sz="quarter" idx="16"/>
          </p:nvPr>
        </p:nvSpPr>
        <p:spPr/>
        <p:txBody>
          <a:bodyPr/>
          <a:lstStyle>
            <a:lvl1pPr>
              <a:defRPr b="0"/>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341598107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with Picture 5">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846390" y="3276600"/>
            <a:ext cx="3657600" cy="2845567"/>
          </a:xfrm>
        </p:spPr>
        <p:txBody>
          <a:bodyPr vert="horz" lIns="91440" tIns="45720" rIns="91440" bIns="45720" rtlCol="0" anchor="t" anchorCtr="0">
            <a:normAutofit/>
          </a:bodyPr>
          <a:lstStyle>
            <a:lvl1pPr>
              <a:defRPr lang="en-US" sz="4400" dirty="0">
                <a:solidFill>
                  <a:schemeClr val="accent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846388" y="685802"/>
            <a:ext cx="3657600" cy="2113720"/>
          </a:xfrm>
        </p:spPr>
        <p:txBody>
          <a:bodyPr vert="horz" lIns="91440" tIns="45720" rIns="91440" bIns="45720" rtlCol="0" anchor="b" anchorCtr="0">
            <a:normAutofit/>
          </a:bodyPr>
          <a:lstStyle>
            <a:lvl1pPr marL="0" indent="0">
              <a:buNone/>
              <a:defRPr lang="en-US" sz="2000" dirty="0">
                <a:solidFill>
                  <a:schemeClr val="accent5"/>
                </a:solidFill>
              </a:defRPr>
            </a:lvl1pPr>
          </a:lstStyle>
          <a:p>
            <a:pPr lvl="0"/>
            <a:r>
              <a:rPr lang="en-US" dirty="0"/>
              <a:t>Click to edit Master subtitle style</a:t>
            </a:r>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1" y="0"/>
            <a:ext cx="7424272" cy="6858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13" name="Footer Placeholder 12">
            <a:extLst>
              <a:ext uri="{FF2B5EF4-FFF2-40B4-BE49-F238E27FC236}">
                <a16:creationId xmlns:a16="http://schemas.microsoft.com/office/drawing/2014/main" id="{F9954665-4AE4-E66F-CBDA-FAA767B9F915}"/>
              </a:ext>
            </a:extLst>
          </p:cNvPr>
          <p:cNvSpPr>
            <a:spLocks noGrp="1"/>
          </p:cNvSpPr>
          <p:nvPr>
            <p:ph type="ftr" sz="quarter" idx="16"/>
          </p:nvPr>
        </p:nvSpPr>
        <p:spPr>
          <a:xfrm>
            <a:off x="7846390" y="6309360"/>
            <a:ext cx="1444752" cy="548640"/>
          </a:xfrm>
        </p:spPr>
        <p:txBody>
          <a:bodyPr lIns="91440" rIns="91440"/>
          <a:lstStyle>
            <a:lvl1pPr algn="l">
              <a:defRPr b="0">
                <a:solidFill>
                  <a:schemeClr val="accent5"/>
                </a:solidFill>
              </a:defRPr>
            </a:lvl1pPr>
          </a:lstStyle>
          <a:p>
            <a:endParaRPr lang="en-US" dirty="0"/>
          </a:p>
        </p:txBody>
      </p:sp>
      <p:sp>
        <p:nvSpPr>
          <p:cNvPr id="12" name="Date Placeholder 11">
            <a:extLst>
              <a:ext uri="{FF2B5EF4-FFF2-40B4-BE49-F238E27FC236}">
                <a16:creationId xmlns:a16="http://schemas.microsoft.com/office/drawing/2014/main" id="{23B3ED0A-0283-8DBC-399B-76A88525B9D5}"/>
              </a:ext>
            </a:extLst>
          </p:cNvPr>
          <p:cNvSpPr>
            <a:spLocks noGrp="1"/>
          </p:cNvSpPr>
          <p:nvPr>
            <p:ph type="dt" sz="half" idx="15"/>
          </p:nvPr>
        </p:nvSpPr>
        <p:spPr/>
        <p:txBody>
          <a:bodyPr/>
          <a:lstStyle>
            <a:lvl1pPr>
              <a:defRPr b="0">
                <a:solidFill>
                  <a:schemeClr val="accent5"/>
                </a:solidFill>
              </a:defRPr>
            </a:lvl1pPr>
          </a:lstStyle>
          <a:p>
            <a:fld id="{E319002B-B66D-4569-8873-D242A1F75CC8}" type="datetime1">
              <a:rPr lang="en-US" smtClean="0"/>
              <a:t>2/2/2026</a:t>
            </a:fld>
            <a:endParaRPr lang="en-US" dirty="0"/>
          </a:p>
        </p:txBody>
      </p:sp>
      <p:sp>
        <p:nvSpPr>
          <p:cNvPr id="15" name="Slide Number Placeholder 14">
            <a:extLst>
              <a:ext uri="{FF2B5EF4-FFF2-40B4-BE49-F238E27FC236}">
                <a16:creationId xmlns:a16="http://schemas.microsoft.com/office/drawing/2014/main" id="{ABEFD957-C473-4A3C-F70B-A30911A5B7C8}"/>
              </a:ext>
            </a:extLst>
          </p:cNvPr>
          <p:cNvSpPr>
            <a:spLocks noGrp="1"/>
          </p:cNvSpPr>
          <p:nvPr>
            <p:ph type="sldNum" sz="quarter" idx="17"/>
          </p:nvPr>
        </p:nvSpPr>
        <p:spPr>
          <a:solidFill>
            <a:schemeClr val="accent1">
              <a:lumMod val="90000"/>
              <a:lumOff val="10000"/>
            </a:schemeClr>
          </a:solidFill>
        </p:spPr>
        <p:txBody>
          <a:bodyPr/>
          <a:lstStyle>
            <a:lvl1pPr>
              <a:defRPr b="0">
                <a:solidFill>
                  <a:schemeClr val="accent5"/>
                </a:solidFill>
              </a:defRPr>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169033999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85800" y="685800"/>
            <a:ext cx="9598152" cy="4144566"/>
          </a:xfrm>
        </p:spPr>
        <p:txBody>
          <a:bodyPr vert="horz" lIns="91440" tIns="45720" rIns="91440" bIns="45720" rtlCol="0" anchor="t">
            <a:normAutofit/>
          </a:bodyPr>
          <a:lstStyle>
            <a:lvl1pPr>
              <a:defRPr lang="en-US" sz="8000" dirty="0">
                <a:solidFill>
                  <a:schemeClr val="accent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85800" y="4937760"/>
            <a:ext cx="7769354" cy="960120"/>
          </a:xfrm>
        </p:spPr>
        <p:txBody>
          <a:bodyPr vert="horz" lIns="91440" tIns="45720" rIns="91440" bIns="45720" rtlCol="0" anchor="b">
            <a:normAutofit/>
          </a:bodyPr>
          <a:lstStyle>
            <a:lvl1pPr marL="0" indent="0">
              <a:buNone/>
              <a:defRPr lang="en-US" sz="2000" dirty="0">
                <a:solidFill>
                  <a:schemeClr val="accent5"/>
                </a:solidFill>
              </a:defRPr>
            </a:lvl1pPr>
          </a:lstStyle>
          <a:p>
            <a:pPr lvl="0"/>
            <a:r>
              <a:rPr lang="en-US" dirty="0"/>
              <a:t>Click to edit Master subtitle style</a:t>
            </a:r>
          </a:p>
        </p:txBody>
      </p:sp>
      <p:sp>
        <p:nvSpPr>
          <p:cNvPr id="9" name="Footer Placeholder 8">
            <a:extLst>
              <a:ext uri="{FF2B5EF4-FFF2-40B4-BE49-F238E27FC236}">
                <a16:creationId xmlns:a16="http://schemas.microsoft.com/office/drawing/2014/main" id="{62B026E3-ACB9-D9C1-D585-AFCCE9F7F232}"/>
              </a:ext>
            </a:extLst>
          </p:cNvPr>
          <p:cNvSpPr>
            <a:spLocks noGrp="1"/>
          </p:cNvSpPr>
          <p:nvPr>
            <p:ph type="ftr" sz="quarter" idx="11"/>
          </p:nvPr>
        </p:nvSpPr>
        <p:spPr/>
        <p:txBody>
          <a:bodyPr/>
          <a:lstStyle>
            <a:lvl1pPr>
              <a:defRPr b="0">
                <a:solidFill>
                  <a:schemeClr val="accent5"/>
                </a:solidFill>
              </a:defRPr>
            </a:lvl1pPr>
          </a:lstStyle>
          <a:p>
            <a:endParaRPr lang="en-US" dirty="0"/>
          </a:p>
        </p:txBody>
      </p:sp>
      <p:sp>
        <p:nvSpPr>
          <p:cNvPr id="8" name="Date Placeholder 7">
            <a:extLst>
              <a:ext uri="{FF2B5EF4-FFF2-40B4-BE49-F238E27FC236}">
                <a16:creationId xmlns:a16="http://schemas.microsoft.com/office/drawing/2014/main" id="{E7178590-69EB-0C65-77A9-FA70F7756C96}"/>
              </a:ext>
            </a:extLst>
          </p:cNvPr>
          <p:cNvSpPr>
            <a:spLocks noGrp="1"/>
          </p:cNvSpPr>
          <p:nvPr>
            <p:ph type="dt" sz="half" idx="10"/>
          </p:nvPr>
        </p:nvSpPr>
        <p:spPr/>
        <p:txBody>
          <a:bodyPr/>
          <a:lstStyle>
            <a:lvl1pPr>
              <a:defRPr b="0">
                <a:solidFill>
                  <a:schemeClr val="accent5"/>
                </a:solidFill>
              </a:defRPr>
            </a:lvl1pPr>
          </a:lstStyle>
          <a:p>
            <a:fld id="{FFDCD49C-7178-4FE7-81FA-E0E71379FCFE}" type="datetime1">
              <a:rPr lang="en-US" smtClean="0"/>
              <a:t>2/2/2026</a:t>
            </a:fld>
            <a:endParaRPr lang="en-US" dirty="0"/>
          </a:p>
        </p:txBody>
      </p:sp>
      <p:sp>
        <p:nvSpPr>
          <p:cNvPr id="10" name="Slide Number Placeholder 9">
            <a:extLst>
              <a:ext uri="{FF2B5EF4-FFF2-40B4-BE49-F238E27FC236}">
                <a16:creationId xmlns:a16="http://schemas.microsoft.com/office/drawing/2014/main" id="{5A1123C1-7FB9-709A-71B6-79DB02B8A03C}"/>
              </a:ext>
            </a:extLst>
          </p:cNvPr>
          <p:cNvSpPr>
            <a:spLocks noGrp="1"/>
          </p:cNvSpPr>
          <p:nvPr>
            <p:ph type="sldNum" sz="quarter" idx="12"/>
          </p:nvPr>
        </p:nvSpPr>
        <p:spPr>
          <a:solidFill>
            <a:schemeClr val="accent1">
              <a:lumMod val="90000"/>
              <a:lumOff val="10000"/>
            </a:schemeClr>
          </a:solidFill>
        </p:spPr>
        <p:txBody>
          <a:bodyPr/>
          <a:lstStyle>
            <a:lvl1pPr>
              <a:defRPr b="0">
                <a:solidFill>
                  <a:schemeClr val="accent5"/>
                </a:solidFill>
              </a:defRPr>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309817057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85800" y="1401420"/>
            <a:ext cx="9140954" cy="2836729"/>
          </a:xfrm>
        </p:spPr>
        <p:txBody>
          <a:bodyPr vert="horz" lIns="91440" tIns="45720" rIns="91440" bIns="45720" rtlCol="0" anchor="b">
            <a:normAutofit/>
          </a:bodyPr>
          <a:lstStyle>
            <a:lvl1pPr>
              <a:defRPr lang="en-US" sz="6800" dirty="0">
                <a:solidFill>
                  <a:schemeClr val="accent2"/>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85800" y="4318968"/>
            <a:ext cx="7312153" cy="1014984"/>
          </a:xfrm>
        </p:spPr>
        <p:txBody>
          <a:bodyPr vert="horz" lIns="91440" tIns="45720" rIns="91440" bIns="45720" rtlCol="0">
            <a:normAutofit/>
          </a:bodyPr>
          <a:lstStyle>
            <a:lvl1pPr marL="0" indent="0">
              <a:buNone/>
              <a:defRPr lang="en-US" sz="2000" dirty="0">
                <a:solidFill>
                  <a:schemeClr val="accent5"/>
                </a:solidFill>
              </a:defRPr>
            </a:lvl1pPr>
          </a:lstStyle>
          <a:p>
            <a:pPr lvl="0"/>
            <a:r>
              <a:rPr lang="en-US" dirty="0"/>
              <a:t>Click to edit Master subtitle style</a:t>
            </a:r>
          </a:p>
        </p:txBody>
      </p:sp>
      <p:sp>
        <p:nvSpPr>
          <p:cNvPr id="11" name="Footer Placeholder 10">
            <a:extLst>
              <a:ext uri="{FF2B5EF4-FFF2-40B4-BE49-F238E27FC236}">
                <a16:creationId xmlns:a16="http://schemas.microsoft.com/office/drawing/2014/main" id="{4B11C0B4-9F47-DBDA-8D0E-E312E7354F30}"/>
              </a:ext>
            </a:extLst>
          </p:cNvPr>
          <p:cNvSpPr>
            <a:spLocks noGrp="1"/>
          </p:cNvSpPr>
          <p:nvPr>
            <p:ph type="ftr" sz="quarter" idx="11"/>
          </p:nvPr>
        </p:nvSpPr>
        <p:spPr/>
        <p:txBody>
          <a:bodyPr/>
          <a:lstStyle>
            <a:lvl1pPr>
              <a:defRPr b="1">
                <a:solidFill>
                  <a:schemeClr val="accent5"/>
                </a:solidFill>
              </a:defRPr>
            </a:lvl1pPr>
          </a:lstStyle>
          <a:p>
            <a:endParaRPr lang="en-US" dirty="0"/>
          </a:p>
        </p:txBody>
      </p:sp>
      <p:sp>
        <p:nvSpPr>
          <p:cNvPr id="10" name="Date Placeholder 9">
            <a:extLst>
              <a:ext uri="{FF2B5EF4-FFF2-40B4-BE49-F238E27FC236}">
                <a16:creationId xmlns:a16="http://schemas.microsoft.com/office/drawing/2014/main" id="{F4EBD9A7-702F-644F-6937-CD2E7E507355}"/>
              </a:ext>
            </a:extLst>
          </p:cNvPr>
          <p:cNvSpPr>
            <a:spLocks noGrp="1"/>
          </p:cNvSpPr>
          <p:nvPr>
            <p:ph type="dt" sz="half" idx="10"/>
          </p:nvPr>
        </p:nvSpPr>
        <p:spPr/>
        <p:txBody>
          <a:bodyPr/>
          <a:lstStyle>
            <a:lvl1pPr>
              <a:defRPr b="1">
                <a:solidFill>
                  <a:schemeClr val="accent5"/>
                </a:solidFill>
              </a:defRPr>
            </a:lvl1pPr>
          </a:lstStyle>
          <a:p>
            <a:fld id="{26C1D07F-CE69-45D3-B3EC-FEBA5B939B47}" type="datetime1">
              <a:rPr lang="en-US" smtClean="0"/>
              <a:t>2/2/2026</a:t>
            </a:fld>
            <a:endParaRPr lang="en-US" dirty="0"/>
          </a:p>
        </p:txBody>
      </p:sp>
      <p:sp>
        <p:nvSpPr>
          <p:cNvPr id="12" name="Slide Number Placeholder 11">
            <a:extLst>
              <a:ext uri="{FF2B5EF4-FFF2-40B4-BE49-F238E27FC236}">
                <a16:creationId xmlns:a16="http://schemas.microsoft.com/office/drawing/2014/main" id="{79EFA6C2-F234-8C90-8C8A-DA65AD9EA579}"/>
              </a:ext>
            </a:extLst>
          </p:cNvPr>
          <p:cNvSpPr>
            <a:spLocks noGrp="1"/>
          </p:cNvSpPr>
          <p:nvPr>
            <p:ph type="sldNum" sz="quarter" idx="12"/>
          </p:nvPr>
        </p:nvSpPr>
        <p:spPr>
          <a:solidFill>
            <a:schemeClr val="accent1">
              <a:lumMod val="90000"/>
              <a:lumOff val="10000"/>
            </a:schemeClr>
          </a:solidFill>
        </p:spPr>
        <p:txBody>
          <a:bodyPr/>
          <a:lstStyle>
            <a:lvl1pPr>
              <a:defRPr b="1">
                <a:solidFill>
                  <a:schemeClr val="accent5"/>
                </a:solidFill>
              </a:defRPr>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76321954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981200" y="1560442"/>
            <a:ext cx="8229600" cy="2379013"/>
          </a:xfrm>
        </p:spPr>
        <p:txBody>
          <a:bodyPr anchor="b">
            <a:normAutofit/>
          </a:bodyPr>
          <a:lstStyle>
            <a:lvl1pPr algn="ctr">
              <a:defRPr sz="6000">
                <a:solidFill>
                  <a:schemeClr val="accent2"/>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4039648"/>
            <a:ext cx="7588155" cy="1029310"/>
          </a:xfrm>
        </p:spPr>
        <p:txBody>
          <a:bodyPr>
            <a:normAutofit/>
          </a:bodyPr>
          <a:lstStyle>
            <a:lvl1pPr marL="0" indent="0" algn="ctr">
              <a:buNone/>
              <a:defRPr sz="2000">
                <a:solidFill>
                  <a:schemeClr val="accent5"/>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1" name="Footer Placeholder 10">
            <a:extLst>
              <a:ext uri="{FF2B5EF4-FFF2-40B4-BE49-F238E27FC236}">
                <a16:creationId xmlns:a16="http://schemas.microsoft.com/office/drawing/2014/main" id="{D4522F89-1E56-F306-053D-C0B18C5254E7}"/>
              </a:ext>
            </a:extLst>
          </p:cNvPr>
          <p:cNvSpPr>
            <a:spLocks noGrp="1"/>
          </p:cNvSpPr>
          <p:nvPr>
            <p:ph type="ftr" sz="quarter" idx="11"/>
          </p:nvPr>
        </p:nvSpPr>
        <p:spPr/>
        <p:txBody>
          <a:bodyPr/>
          <a:lstStyle>
            <a:lvl1pPr>
              <a:defRPr>
                <a:solidFill>
                  <a:schemeClr val="accent5"/>
                </a:solidFill>
              </a:defRPr>
            </a:lvl1pPr>
          </a:lstStyle>
          <a:p>
            <a:endParaRPr lang="en-US" dirty="0"/>
          </a:p>
        </p:txBody>
      </p:sp>
      <p:sp>
        <p:nvSpPr>
          <p:cNvPr id="10" name="Date Placeholder 9">
            <a:extLst>
              <a:ext uri="{FF2B5EF4-FFF2-40B4-BE49-F238E27FC236}">
                <a16:creationId xmlns:a16="http://schemas.microsoft.com/office/drawing/2014/main" id="{27A8B4BE-CB35-E626-11EF-80FAE0CAA2A0}"/>
              </a:ext>
            </a:extLst>
          </p:cNvPr>
          <p:cNvSpPr>
            <a:spLocks noGrp="1"/>
          </p:cNvSpPr>
          <p:nvPr>
            <p:ph type="dt" sz="half" idx="10"/>
          </p:nvPr>
        </p:nvSpPr>
        <p:spPr/>
        <p:txBody>
          <a:bodyPr/>
          <a:lstStyle>
            <a:lvl1pPr>
              <a:defRPr>
                <a:solidFill>
                  <a:schemeClr val="accent5"/>
                </a:solidFill>
              </a:defRPr>
            </a:lvl1pPr>
          </a:lstStyle>
          <a:p>
            <a:fld id="{3E210372-FEEA-4AC4-970C-33B7A2663863}" type="datetime1">
              <a:rPr lang="en-US" smtClean="0"/>
              <a:t>2/2/2026</a:t>
            </a:fld>
            <a:endParaRPr lang="en-US" dirty="0"/>
          </a:p>
        </p:txBody>
      </p:sp>
      <p:sp>
        <p:nvSpPr>
          <p:cNvPr id="12" name="Slide Number Placeholder 11">
            <a:extLst>
              <a:ext uri="{FF2B5EF4-FFF2-40B4-BE49-F238E27FC236}">
                <a16:creationId xmlns:a16="http://schemas.microsoft.com/office/drawing/2014/main" id="{A3CBFF5E-85B0-1C59-039F-716ADF0BFD76}"/>
              </a:ext>
            </a:extLst>
          </p:cNvPr>
          <p:cNvSpPr>
            <a:spLocks noGrp="1"/>
          </p:cNvSpPr>
          <p:nvPr>
            <p:ph type="sldNum" sz="quarter" idx="12"/>
          </p:nvPr>
        </p:nvSpPr>
        <p:spPr>
          <a:solidFill>
            <a:schemeClr val="accent1">
              <a:lumMod val="90000"/>
              <a:lumOff val="10000"/>
            </a:schemeClr>
          </a:solidFill>
        </p:spPr>
        <p:txBody>
          <a:bodyPr/>
          <a:lstStyle>
            <a:lvl1pPr>
              <a:defRPr>
                <a:solidFill>
                  <a:schemeClr val="accent5"/>
                </a:solidFill>
              </a:defRPr>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5098620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85800" y="1570071"/>
            <a:ext cx="7909560" cy="4906929"/>
          </a:xfrm>
        </p:spPr>
        <p:txBody>
          <a:bodyPr vert="horz" lIns="91440" tIns="45720" rIns="91440" bIns="45720" rtlCol="0" anchor="b">
            <a:normAutofit/>
          </a:bodyPr>
          <a:lstStyle>
            <a:lvl1pPr>
              <a:defRPr lang="en-US" sz="7400" dirty="0">
                <a:solidFill>
                  <a:schemeClr val="accent2"/>
                </a:solidFill>
              </a:defRPr>
            </a:lvl1pPr>
          </a:lstStyle>
          <a:p>
            <a:pPr lvl="0"/>
            <a:r>
              <a:rPr lang="en-US" dirty="0"/>
              <a:t>Section Header</a:t>
            </a:r>
          </a:p>
        </p:txBody>
      </p:sp>
      <p:sp>
        <p:nvSpPr>
          <p:cNvPr id="20" name="Footer Placeholder 19">
            <a:extLst>
              <a:ext uri="{FF2B5EF4-FFF2-40B4-BE49-F238E27FC236}">
                <a16:creationId xmlns:a16="http://schemas.microsoft.com/office/drawing/2014/main" id="{A6421593-F6C6-3F5E-1521-2D67AC36DF73}"/>
              </a:ext>
            </a:extLst>
          </p:cNvPr>
          <p:cNvSpPr>
            <a:spLocks noGrp="1"/>
          </p:cNvSpPr>
          <p:nvPr>
            <p:ph type="ftr" sz="quarter" idx="11"/>
          </p:nvPr>
        </p:nvSpPr>
        <p:spPr>
          <a:xfrm>
            <a:off x="0" y="0"/>
            <a:ext cx="1444752" cy="548640"/>
          </a:xfrm>
        </p:spPr>
        <p:txBody>
          <a:bodyPr/>
          <a:lstStyle>
            <a:lvl1pPr>
              <a:defRPr>
                <a:solidFill>
                  <a:schemeClr val="accent5"/>
                </a:solidFill>
              </a:defRPr>
            </a:lvl1pPr>
          </a:lstStyle>
          <a:p>
            <a:endParaRPr lang="en-US" dirty="0"/>
          </a:p>
        </p:txBody>
      </p:sp>
      <p:sp>
        <p:nvSpPr>
          <p:cNvPr id="19" name="Date Placeholder 18">
            <a:extLst>
              <a:ext uri="{FF2B5EF4-FFF2-40B4-BE49-F238E27FC236}">
                <a16:creationId xmlns:a16="http://schemas.microsoft.com/office/drawing/2014/main" id="{E4D20C53-6E70-6CC1-10F9-1060FA2FEDF5}"/>
              </a:ext>
            </a:extLst>
          </p:cNvPr>
          <p:cNvSpPr>
            <a:spLocks noGrp="1"/>
          </p:cNvSpPr>
          <p:nvPr>
            <p:ph type="dt" sz="half" idx="10"/>
          </p:nvPr>
        </p:nvSpPr>
        <p:spPr>
          <a:xfrm>
            <a:off x="10515600" y="0"/>
            <a:ext cx="1143000" cy="548640"/>
          </a:xfrm>
        </p:spPr>
        <p:txBody>
          <a:bodyPr/>
          <a:lstStyle>
            <a:lvl1pPr>
              <a:defRPr>
                <a:solidFill>
                  <a:schemeClr val="accent5"/>
                </a:solidFill>
              </a:defRPr>
            </a:lvl1pPr>
          </a:lstStyle>
          <a:p>
            <a:fld id="{CE424589-40F4-419B-AF69-0B32C3EA310D}" type="datetime1">
              <a:rPr lang="en-US" smtClean="0"/>
              <a:t>2/2/2026</a:t>
            </a:fld>
            <a:endParaRPr lang="en-US" dirty="0"/>
          </a:p>
        </p:txBody>
      </p:sp>
      <p:sp>
        <p:nvSpPr>
          <p:cNvPr id="21" name="Slide Number Placeholder 20">
            <a:extLst>
              <a:ext uri="{FF2B5EF4-FFF2-40B4-BE49-F238E27FC236}">
                <a16:creationId xmlns:a16="http://schemas.microsoft.com/office/drawing/2014/main" id="{CB2C1868-5A21-F4CD-B2C8-33C6E8227807}"/>
              </a:ext>
            </a:extLst>
          </p:cNvPr>
          <p:cNvSpPr>
            <a:spLocks noGrp="1"/>
          </p:cNvSpPr>
          <p:nvPr>
            <p:ph type="sldNum" sz="quarter" idx="12"/>
          </p:nvPr>
        </p:nvSpPr>
        <p:spPr>
          <a:xfrm>
            <a:off x="11644076" y="0"/>
            <a:ext cx="547924" cy="548640"/>
          </a:xfrm>
          <a:solidFill>
            <a:schemeClr val="accent1">
              <a:lumMod val="90000"/>
              <a:lumOff val="10000"/>
            </a:schemeClr>
          </a:solidFill>
        </p:spPr>
        <p:txBody>
          <a:bodyPr/>
          <a:lstStyle>
            <a:lvl1pPr>
              <a:defRPr>
                <a:solidFill>
                  <a:schemeClr val="accent5"/>
                </a:solidFill>
              </a:defRPr>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120868476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85800" y="685800"/>
            <a:ext cx="6309360" cy="1371600"/>
          </a:xfrm>
        </p:spPr>
        <p:txBody>
          <a:bodyPr anchor="t" anchorCtr="0">
            <a:normAutofit/>
          </a:bodyPr>
          <a:lstStyle>
            <a:lvl1pPr>
              <a:defRPr sz="4400">
                <a:solidFill>
                  <a:schemeClr val="accent3"/>
                </a:solidFill>
              </a:defRPr>
            </a:lvl1pPr>
          </a:lstStyle>
          <a:p>
            <a:r>
              <a:rPr lang="en-US" dirty="0"/>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2743200" y="2834640"/>
            <a:ext cx="8686800" cy="3200400"/>
          </a:xfrm>
        </p:spPr>
        <p:txBody>
          <a:bodyPr>
            <a:normAutofit/>
          </a:bodyPr>
          <a:lstStyle>
            <a:lvl1pPr marL="457200" indent="-457200">
              <a:buClr>
                <a:schemeClr val="accent2">
                  <a:lumMod val="90000"/>
                </a:schemeClr>
              </a:buClr>
              <a:buFont typeface="+mj-lt"/>
              <a:buAutoNum type="arabicPeriod"/>
              <a:defRPr sz="2000"/>
            </a:lvl1pPr>
            <a:lvl2pPr marL="685800" indent="-457200">
              <a:buClr>
                <a:schemeClr val="accent2">
                  <a:lumMod val="90000"/>
                </a:schemeClr>
              </a:buClr>
              <a:buFont typeface="+mj-lt"/>
              <a:buAutoNum type="arabicPeriod"/>
              <a:defRPr sz="1800"/>
            </a:lvl2pPr>
            <a:lvl3pPr marL="800100" indent="-342900">
              <a:buClr>
                <a:schemeClr val="accent2">
                  <a:lumMod val="90000"/>
                </a:schemeClr>
              </a:buClr>
              <a:buFont typeface="+mj-lt"/>
              <a:buAutoNum type="arabicPeriod"/>
              <a:defRPr sz="1600"/>
            </a:lvl3pPr>
            <a:lvl4pPr marL="1028700" indent="-342900">
              <a:buClr>
                <a:schemeClr val="accent2">
                  <a:lumMod val="90000"/>
                </a:schemeClr>
              </a:buClr>
              <a:buFont typeface="+mj-lt"/>
              <a:buAutoNum type="arabicPeriod"/>
              <a:defRPr sz="1600"/>
            </a:lvl4pPr>
            <a:lvl5pPr marL="1257300" indent="-342900">
              <a:buClr>
                <a:schemeClr val="accent2">
                  <a:lumMod val="90000"/>
                </a:schemeClr>
              </a:buClr>
              <a:buFont typeface="+mj-lt"/>
              <a:buAutoNum type="arabicPeriod"/>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6" name="Straight Connector 5">
            <a:extLst>
              <a:ext uri="{FF2B5EF4-FFF2-40B4-BE49-F238E27FC236}">
                <a16:creationId xmlns:a16="http://schemas.microsoft.com/office/drawing/2014/main" id="{FCAF3811-AE9E-8CEE-4BB5-D49A25E57CAA}"/>
              </a:ext>
            </a:extLst>
          </p:cNvPr>
          <p:cNvCxnSpPr/>
          <p:nvPr userDrawn="1"/>
        </p:nvCxnSpPr>
        <p:spPr>
          <a:xfrm>
            <a:off x="0" y="2206870"/>
            <a:ext cx="5442438" cy="0"/>
          </a:xfrm>
          <a:prstGeom prst="line">
            <a:avLst/>
          </a:prstGeom>
          <a:ln w="53975">
            <a:solidFill>
              <a:srgbClr val="0F5337"/>
            </a:solidFill>
          </a:ln>
        </p:spPr>
        <p:style>
          <a:lnRef idx="2">
            <a:schemeClr val="accent1"/>
          </a:lnRef>
          <a:fillRef idx="0">
            <a:schemeClr val="accent1"/>
          </a:fillRef>
          <a:effectRef idx="1">
            <a:schemeClr val="accent1"/>
          </a:effectRef>
          <a:fontRef idx="minor">
            <a:schemeClr val="tx1"/>
          </a:fontRef>
        </p:style>
      </p:cxnSp>
      <p:sp>
        <p:nvSpPr>
          <p:cNvPr id="24" name="Footer Placeholder 23">
            <a:extLst>
              <a:ext uri="{FF2B5EF4-FFF2-40B4-BE49-F238E27FC236}">
                <a16:creationId xmlns:a16="http://schemas.microsoft.com/office/drawing/2014/main" id="{A94E7796-5FDC-648C-3C83-1CB92A985AD7}"/>
              </a:ext>
            </a:extLst>
          </p:cNvPr>
          <p:cNvSpPr>
            <a:spLocks noGrp="1"/>
          </p:cNvSpPr>
          <p:nvPr>
            <p:ph type="ftr" sz="quarter" idx="15"/>
          </p:nvPr>
        </p:nvSpPr>
        <p:spPr/>
        <p:txBody>
          <a:bodyPr/>
          <a:lstStyle/>
          <a:p>
            <a:endParaRPr lang="en-US" sz="900" dirty="0"/>
          </a:p>
        </p:txBody>
      </p:sp>
      <p:sp>
        <p:nvSpPr>
          <p:cNvPr id="23" name="Date Placeholder 22">
            <a:extLst>
              <a:ext uri="{FF2B5EF4-FFF2-40B4-BE49-F238E27FC236}">
                <a16:creationId xmlns:a16="http://schemas.microsoft.com/office/drawing/2014/main" id="{9AF25DA3-0D11-567E-8C45-641244EBFEDD}"/>
              </a:ext>
            </a:extLst>
          </p:cNvPr>
          <p:cNvSpPr>
            <a:spLocks noGrp="1"/>
          </p:cNvSpPr>
          <p:nvPr>
            <p:ph type="dt" sz="half" idx="14"/>
          </p:nvPr>
        </p:nvSpPr>
        <p:spPr/>
        <p:txBody>
          <a:bodyPr/>
          <a:lstStyle/>
          <a:p>
            <a:fld id="{337EC06B-606A-4EF4-ACAD-E3CEFED48C69}" type="datetime1">
              <a:rPr lang="en-US" smtClean="0"/>
              <a:t>2/2/2026</a:t>
            </a:fld>
            <a:endParaRPr lang="en-US" sz="900" dirty="0"/>
          </a:p>
        </p:txBody>
      </p:sp>
      <p:sp>
        <p:nvSpPr>
          <p:cNvPr id="25" name="Slide Number Placeholder 24">
            <a:extLst>
              <a:ext uri="{FF2B5EF4-FFF2-40B4-BE49-F238E27FC236}">
                <a16:creationId xmlns:a16="http://schemas.microsoft.com/office/drawing/2014/main" id="{0893736D-26B2-06DD-ABDD-15F3DD4D363C}"/>
              </a:ext>
            </a:extLst>
          </p:cNvPr>
          <p:cNvSpPr>
            <a:spLocks noGrp="1"/>
          </p:cNvSpPr>
          <p:nvPr>
            <p:ph type="sldNum" sz="quarter" idx="16"/>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29031599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85800" y="685800"/>
            <a:ext cx="6309360" cy="1371600"/>
          </a:xfrm>
        </p:spPr>
        <p:txBody>
          <a:bodyPr anchor="t" anchorCtr="0">
            <a:normAutofit/>
          </a:bodyPr>
          <a:lstStyle>
            <a:lvl1pPr>
              <a:defRPr sz="4400">
                <a:solidFill>
                  <a:schemeClr val="accent3"/>
                </a:solidFill>
              </a:defRPr>
            </a:lvl1pPr>
          </a:lstStyle>
          <a:p>
            <a:r>
              <a:rPr lang="en-US" dirty="0"/>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2743201" y="2834640"/>
            <a:ext cx="4358774" cy="3200400"/>
          </a:xfrm>
        </p:spPr>
        <p:txBody>
          <a:bodyPr>
            <a:normAutofit/>
          </a:bodyPr>
          <a:lstStyle>
            <a:lvl1pPr marL="457200" indent="-457200">
              <a:buClr>
                <a:schemeClr val="accent2">
                  <a:lumMod val="90000"/>
                </a:schemeClr>
              </a:buClr>
              <a:buFont typeface="+mj-lt"/>
              <a:buAutoNum type="arabicPeriod"/>
              <a:defRPr sz="2000"/>
            </a:lvl1pPr>
            <a:lvl2pPr marL="571500" indent="-342900">
              <a:buClr>
                <a:schemeClr val="accent2">
                  <a:lumMod val="90000"/>
                </a:schemeClr>
              </a:buClr>
              <a:buFont typeface="+mj-lt"/>
              <a:buAutoNum type="arabicPeriod"/>
              <a:defRPr sz="1800"/>
            </a:lvl2pPr>
            <a:lvl3pPr marL="800100" indent="-342900">
              <a:buClr>
                <a:schemeClr val="accent2">
                  <a:lumMod val="90000"/>
                </a:schemeClr>
              </a:buClr>
              <a:buFont typeface="+mj-lt"/>
              <a:buAutoNum type="arabicPeriod"/>
              <a:defRPr sz="1600"/>
            </a:lvl3pPr>
            <a:lvl4pPr marL="1028700" indent="-342900">
              <a:buClr>
                <a:schemeClr val="accent2">
                  <a:lumMod val="90000"/>
                </a:schemeClr>
              </a:buClr>
              <a:buFont typeface="+mj-lt"/>
              <a:buAutoNum type="arabicPeriod"/>
              <a:defRPr sz="1400"/>
            </a:lvl4pPr>
            <a:lvl5pPr>
              <a:buClr>
                <a:schemeClr val="accent2">
                  <a:lumMod val="90000"/>
                </a:schemeClr>
              </a:buClr>
              <a:buFont typeface="+mj-lt"/>
              <a:buAutoNum type="arabicPeriod"/>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7626409" y="0"/>
            <a:ext cx="4565591" cy="6858000"/>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cxnSp>
        <p:nvCxnSpPr>
          <p:cNvPr id="6" name="Straight Connector 5">
            <a:extLst>
              <a:ext uri="{FF2B5EF4-FFF2-40B4-BE49-F238E27FC236}">
                <a16:creationId xmlns:a16="http://schemas.microsoft.com/office/drawing/2014/main" id="{5BBF0AEE-5A27-FCDE-3C64-4ACC7935FE49}"/>
              </a:ext>
            </a:extLst>
          </p:cNvPr>
          <p:cNvCxnSpPr/>
          <p:nvPr userDrawn="1"/>
        </p:nvCxnSpPr>
        <p:spPr>
          <a:xfrm>
            <a:off x="0" y="2206870"/>
            <a:ext cx="5442438" cy="0"/>
          </a:xfrm>
          <a:prstGeom prst="line">
            <a:avLst/>
          </a:prstGeom>
          <a:ln w="53975">
            <a:solidFill>
              <a:srgbClr val="0F5337"/>
            </a:solidFill>
          </a:ln>
        </p:spPr>
        <p:style>
          <a:lnRef idx="2">
            <a:schemeClr val="accent1"/>
          </a:lnRef>
          <a:fillRef idx="0">
            <a:schemeClr val="accent1"/>
          </a:fillRef>
          <a:effectRef idx="1">
            <a:schemeClr val="accent1"/>
          </a:effectRef>
          <a:fontRef idx="minor">
            <a:schemeClr val="tx1"/>
          </a:fontRef>
        </p:style>
      </p:cxnSp>
      <p:sp>
        <p:nvSpPr>
          <p:cNvPr id="19" name="Footer Placeholder 18">
            <a:extLst>
              <a:ext uri="{FF2B5EF4-FFF2-40B4-BE49-F238E27FC236}">
                <a16:creationId xmlns:a16="http://schemas.microsoft.com/office/drawing/2014/main" id="{7AFBA87F-7701-A29C-E9FC-66AEC272FB88}"/>
              </a:ext>
            </a:extLst>
          </p:cNvPr>
          <p:cNvSpPr>
            <a:spLocks noGrp="1"/>
          </p:cNvSpPr>
          <p:nvPr>
            <p:ph type="ftr" sz="quarter" idx="16"/>
          </p:nvPr>
        </p:nvSpPr>
        <p:spPr/>
        <p:txBody>
          <a:bodyPr/>
          <a:lstStyle>
            <a:lvl1pPr>
              <a:defRPr b="1"/>
            </a:lvl1pPr>
          </a:lstStyle>
          <a:p>
            <a:endParaRPr lang="en-US" b="1" dirty="0"/>
          </a:p>
        </p:txBody>
      </p:sp>
      <p:sp>
        <p:nvSpPr>
          <p:cNvPr id="18" name="Date Placeholder 17">
            <a:extLst>
              <a:ext uri="{FF2B5EF4-FFF2-40B4-BE49-F238E27FC236}">
                <a16:creationId xmlns:a16="http://schemas.microsoft.com/office/drawing/2014/main" id="{6800BE9B-CE8D-684B-DC80-1D80F6FAD4A7}"/>
              </a:ext>
            </a:extLst>
          </p:cNvPr>
          <p:cNvSpPr>
            <a:spLocks noGrp="1"/>
          </p:cNvSpPr>
          <p:nvPr>
            <p:ph type="dt" sz="half" idx="15"/>
          </p:nvPr>
        </p:nvSpPr>
        <p:spPr>
          <a:xfrm>
            <a:off x="5943600" y="6309360"/>
            <a:ext cx="1158375" cy="548640"/>
          </a:xfrm>
        </p:spPr>
        <p:txBody>
          <a:bodyPr/>
          <a:lstStyle>
            <a:lvl1pPr>
              <a:defRPr b="1"/>
            </a:lvl1pPr>
          </a:lstStyle>
          <a:p>
            <a:fld id="{FF503BB1-3C96-4F03-AA87-65D895BA80B8}" type="datetime1">
              <a:rPr lang="en-US" smtClean="0"/>
              <a:t>2/2/2026</a:t>
            </a:fld>
            <a:endParaRPr lang="en-US" b="1" dirty="0"/>
          </a:p>
        </p:txBody>
      </p:sp>
      <p:sp>
        <p:nvSpPr>
          <p:cNvPr id="20" name="Slide Number Placeholder 19">
            <a:extLst>
              <a:ext uri="{FF2B5EF4-FFF2-40B4-BE49-F238E27FC236}">
                <a16:creationId xmlns:a16="http://schemas.microsoft.com/office/drawing/2014/main" id="{D917E3BB-5497-4C52-A736-6EB57D97981F}"/>
              </a:ext>
            </a:extLst>
          </p:cNvPr>
          <p:cNvSpPr>
            <a:spLocks noGrp="1"/>
          </p:cNvSpPr>
          <p:nvPr>
            <p:ph type="sldNum" sz="quarter" idx="17"/>
          </p:nvPr>
        </p:nvSpPr>
        <p:spPr/>
        <p:txBody>
          <a:bodyPr/>
          <a:lstStyle>
            <a:lvl1pPr>
              <a:defRPr b="0"/>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4877821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E1DA49E-3CB9-75DC-406C-624924142015}"/>
              </a:ext>
            </a:extLst>
          </p:cNvPr>
          <p:cNvSpPr>
            <a:spLocks noGrp="1"/>
          </p:cNvSpPr>
          <p:nvPr>
            <p:ph type="title"/>
          </p:nvPr>
        </p:nvSpPr>
        <p:spPr>
          <a:xfrm>
            <a:off x="685800" y="685800"/>
            <a:ext cx="5120640" cy="5486400"/>
          </a:xfrm>
        </p:spPr>
        <p:txBody>
          <a:bodyPr anchor="ctr" anchorCtr="0">
            <a:normAutofit/>
          </a:bodyPr>
          <a:lstStyle>
            <a:lvl1pPr>
              <a:defRPr sz="4000"/>
            </a:lvl1pPr>
          </a:lstStyle>
          <a:p>
            <a:r>
              <a:rPr lang="en-US" dirty="0"/>
              <a:t>Click to edit Master title style</a:t>
            </a:r>
          </a:p>
        </p:txBody>
      </p:sp>
      <p:sp>
        <p:nvSpPr>
          <p:cNvPr id="5" name="Content Placeholder 7">
            <a:extLst>
              <a:ext uri="{FF2B5EF4-FFF2-40B4-BE49-F238E27FC236}">
                <a16:creationId xmlns:a16="http://schemas.microsoft.com/office/drawing/2014/main" id="{86084799-A017-90D1-4D71-0EEB7C83708E}"/>
              </a:ext>
            </a:extLst>
          </p:cNvPr>
          <p:cNvSpPr>
            <a:spLocks noGrp="1"/>
          </p:cNvSpPr>
          <p:nvPr>
            <p:ph sz="quarter" idx="17"/>
          </p:nvPr>
        </p:nvSpPr>
        <p:spPr>
          <a:xfrm>
            <a:off x="6748272" y="3841202"/>
            <a:ext cx="4754880" cy="1737358"/>
          </a:xfrm>
        </p:spPr>
        <p:txBody>
          <a:bodyPr>
            <a:normAutofit/>
          </a:bodyPr>
          <a:lstStyle>
            <a:lvl1pPr>
              <a:buNone/>
              <a:defRPr sz="1400"/>
            </a:lvl1pPr>
            <a:lvl2pPr>
              <a:buNone/>
              <a:defRPr sz="1400"/>
            </a:lvl2pPr>
            <a:lvl3pPr>
              <a:buNone/>
              <a:defRPr sz="1400"/>
            </a:lvl3pPr>
            <a:lvl4pPr>
              <a:buNone/>
              <a:defRPr sz="1400"/>
            </a:lvl4pPr>
            <a:lvl5pPr>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Footer Placeholder 13">
            <a:extLst>
              <a:ext uri="{FF2B5EF4-FFF2-40B4-BE49-F238E27FC236}">
                <a16:creationId xmlns:a16="http://schemas.microsoft.com/office/drawing/2014/main" id="{DD7BC0DF-EFC8-44A3-68C2-E23FAA2E86C0}"/>
              </a:ext>
            </a:extLst>
          </p:cNvPr>
          <p:cNvSpPr>
            <a:spLocks noGrp="1"/>
          </p:cNvSpPr>
          <p:nvPr>
            <p:ph type="ftr" sz="quarter" idx="15"/>
          </p:nvPr>
        </p:nvSpPr>
        <p:spPr/>
        <p:txBody>
          <a:bodyPr/>
          <a:lstStyle/>
          <a:p>
            <a:endParaRPr lang="en-US" dirty="0"/>
          </a:p>
        </p:txBody>
      </p:sp>
      <p:sp>
        <p:nvSpPr>
          <p:cNvPr id="13" name="Date Placeholder 12">
            <a:extLst>
              <a:ext uri="{FF2B5EF4-FFF2-40B4-BE49-F238E27FC236}">
                <a16:creationId xmlns:a16="http://schemas.microsoft.com/office/drawing/2014/main" id="{BD1AE523-650D-4E40-07AD-306A92A96690}"/>
              </a:ext>
            </a:extLst>
          </p:cNvPr>
          <p:cNvSpPr>
            <a:spLocks noGrp="1"/>
          </p:cNvSpPr>
          <p:nvPr>
            <p:ph type="dt" sz="half" idx="14"/>
          </p:nvPr>
        </p:nvSpPr>
        <p:spPr/>
        <p:txBody>
          <a:bodyPr/>
          <a:lstStyle/>
          <a:p>
            <a:fld id="{EAB37B39-C5FA-4FFF-A085-B5498F3F843E}" type="datetime1">
              <a:rPr lang="en-US" smtClean="0"/>
              <a:t>2/2/2026</a:t>
            </a:fld>
            <a:endParaRPr lang="en-US" dirty="0"/>
          </a:p>
        </p:txBody>
      </p:sp>
      <p:sp>
        <p:nvSpPr>
          <p:cNvPr id="15" name="Slide Number Placeholder 14">
            <a:extLst>
              <a:ext uri="{FF2B5EF4-FFF2-40B4-BE49-F238E27FC236}">
                <a16:creationId xmlns:a16="http://schemas.microsoft.com/office/drawing/2014/main" id="{0D499D6E-475E-9A93-7BC7-903ABDED9CB8}"/>
              </a:ext>
            </a:extLst>
          </p:cNvPr>
          <p:cNvSpPr>
            <a:spLocks noGrp="1"/>
          </p:cNvSpPr>
          <p:nvPr>
            <p:ph type="sldNum" sz="quarter" idx="16"/>
          </p:nvPr>
        </p:nvSpPr>
        <p:spPr/>
        <p:txBody>
          <a:bodyPr/>
          <a:lstStyle/>
          <a:p>
            <a:pPr algn="ctr"/>
            <a:fld id="{AEAA3239-9EA4-4A65-A281-97F994456D9F}" type="slidenum">
              <a:rPr lang="en-US" smtClean="0"/>
              <a:pPr/>
              <a:t>‹#›</a:t>
            </a:fld>
            <a:endParaRPr lang="en-US" dirty="0"/>
          </a:p>
        </p:txBody>
      </p:sp>
      <p:cxnSp>
        <p:nvCxnSpPr>
          <p:cNvPr id="16" name="Straight Connector 15">
            <a:extLst>
              <a:ext uri="{FF2B5EF4-FFF2-40B4-BE49-F238E27FC236}">
                <a16:creationId xmlns:a16="http://schemas.microsoft.com/office/drawing/2014/main" id="{6E7C0D8B-3878-C48B-D6D9-56A0E34B7392}"/>
              </a:ext>
            </a:extLst>
          </p:cNvPr>
          <p:cNvCxnSpPr>
            <a:cxnSpLocks/>
          </p:cNvCxnSpPr>
          <p:nvPr userDrawn="1"/>
        </p:nvCxnSpPr>
        <p:spPr>
          <a:xfrm>
            <a:off x="6749562" y="3276600"/>
            <a:ext cx="5442438" cy="0"/>
          </a:xfrm>
          <a:prstGeom prst="line">
            <a:avLst/>
          </a:prstGeom>
          <a:ln w="53975">
            <a:solidFill>
              <a:srgbClr val="0F5337"/>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909393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85800" y="685800"/>
            <a:ext cx="5120640" cy="5486400"/>
          </a:xfrm>
        </p:spPr>
        <p:txBody>
          <a:bodyPr anchor="ctr" anchorCtr="0">
            <a:normAutofit/>
          </a:bodyPr>
          <a:lstStyle>
            <a:lvl1pPr>
              <a:defRPr sz="4000"/>
            </a:lvl1pPr>
          </a:lstStyle>
          <a:p>
            <a:r>
              <a:rPr lang="en-US" dirty="0"/>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6748272" y="2362200"/>
            <a:ext cx="4754880" cy="3566160"/>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Footer Placeholder 13">
            <a:extLst>
              <a:ext uri="{FF2B5EF4-FFF2-40B4-BE49-F238E27FC236}">
                <a16:creationId xmlns:a16="http://schemas.microsoft.com/office/drawing/2014/main" id="{4E6FD18B-5C67-9051-4CF6-EBF315BAC1D7}"/>
              </a:ext>
            </a:extLst>
          </p:cNvPr>
          <p:cNvSpPr>
            <a:spLocks noGrp="1"/>
          </p:cNvSpPr>
          <p:nvPr>
            <p:ph type="ftr" sz="quarter" idx="15"/>
          </p:nvPr>
        </p:nvSpPr>
        <p:spPr/>
        <p:txBody>
          <a:bodyPr/>
          <a:lstStyle/>
          <a:p>
            <a:endParaRPr lang="en-US" dirty="0"/>
          </a:p>
        </p:txBody>
      </p:sp>
      <p:sp>
        <p:nvSpPr>
          <p:cNvPr id="13" name="Date Placeholder 12">
            <a:extLst>
              <a:ext uri="{FF2B5EF4-FFF2-40B4-BE49-F238E27FC236}">
                <a16:creationId xmlns:a16="http://schemas.microsoft.com/office/drawing/2014/main" id="{540D6515-3CED-315D-0B1B-CD7499379459}"/>
              </a:ext>
            </a:extLst>
          </p:cNvPr>
          <p:cNvSpPr>
            <a:spLocks noGrp="1"/>
          </p:cNvSpPr>
          <p:nvPr>
            <p:ph type="dt" sz="half" idx="14"/>
          </p:nvPr>
        </p:nvSpPr>
        <p:spPr/>
        <p:txBody>
          <a:bodyPr/>
          <a:lstStyle/>
          <a:p>
            <a:fld id="{9B3BCCDC-CC87-45B4-AB67-DD3B186F0B13}" type="datetime1">
              <a:rPr lang="en-US" smtClean="0"/>
              <a:t>2/2/2026</a:t>
            </a:fld>
            <a:endParaRPr lang="en-US" dirty="0"/>
          </a:p>
        </p:txBody>
      </p:sp>
      <p:sp>
        <p:nvSpPr>
          <p:cNvPr id="15" name="Slide Number Placeholder 14">
            <a:extLst>
              <a:ext uri="{FF2B5EF4-FFF2-40B4-BE49-F238E27FC236}">
                <a16:creationId xmlns:a16="http://schemas.microsoft.com/office/drawing/2014/main" id="{75382665-9F43-96F8-F839-96F759686750}"/>
              </a:ext>
            </a:extLst>
          </p:cNvPr>
          <p:cNvSpPr>
            <a:spLocks noGrp="1"/>
          </p:cNvSpPr>
          <p:nvPr>
            <p:ph type="sldNum" sz="quarter" idx="16"/>
          </p:nvPr>
        </p:nvSpPr>
        <p:spPr/>
        <p:txBody>
          <a:bodyPr/>
          <a:lstStyle/>
          <a:p>
            <a:pPr algn="ctr"/>
            <a:fld id="{AEAA3239-9EA4-4A65-A281-97F994456D9F}" type="slidenum">
              <a:rPr lang="en-US" smtClean="0"/>
              <a:pPr/>
              <a:t>‹#›</a:t>
            </a:fld>
            <a:endParaRPr lang="en-US" dirty="0"/>
          </a:p>
        </p:txBody>
      </p:sp>
      <p:cxnSp>
        <p:nvCxnSpPr>
          <p:cNvPr id="16" name="Straight Connector 15">
            <a:extLst>
              <a:ext uri="{FF2B5EF4-FFF2-40B4-BE49-F238E27FC236}">
                <a16:creationId xmlns:a16="http://schemas.microsoft.com/office/drawing/2014/main" id="{AD8F2E04-B970-1D22-A567-2F2D0BC65B4C}"/>
              </a:ext>
            </a:extLst>
          </p:cNvPr>
          <p:cNvCxnSpPr>
            <a:cxnSpLocks/>
          </p:cNvCxnSpPr>
          <p:nvPr userDrawn="1"/>
        </p:nvCxnSpPr>
        <p:spPr>
          <a:xfrm>
            <a:off x="6749562" y="1752600"/>
            <a:ext cx="5442438" cy="0"/>
          </a:xfrm>
          <a:prstGeom prst="line">
            <a:avLst/>
          </a:prstGeom>
          <a:ln w="53975">
            <a:solidFill>
              <a:srgbClr val="0F5337"/>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938049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85800" y="685800"/>
            <a:ext cx="3923455" cy="4083580"/>
          </a:xfrm>
        </p:spPr>
        <p:txBody>
          <a:bodyPr anchor="t">
            <a:normAutofit/>
          </a:bodyPr>
          <a:lstStyle>
            <a:lvl1pPr>
              <a:defRPr sz="40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56010" y="1389134"/>
            <a:ext cx="6350189" cy="4023360"/>
          </a:xfrm>
        </p:spPr>
        <p:txBody>
          <a:bodyPr>
            <a:norm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Footer Placeholder 16">
            <a:extLst>
              <a:ext uri="{FF2B5EF4-FFF2-40B4-BE49-F238E27FC236}">
                <a16:creationId xmlns:a16="http://schemas.microsoft.com/office/drawing/2014/main" id="{C2122AFC-66BC-4995-1266-1DEB8CEC07DF}"/>
              </a:ext>
            </a:extLst>
          </p:cNvPr>
          <p:cNvSpPr>
            <a:spLocks noGrp="1"/>
          </p:cNvSpPr>
          <p:nvPr>
            <p:ph type="ftr" sz="quarter" idx="15"/>
          </p:nvPr>
        </p:nvSpPr>
        <p:spPr/>
        <p:txBody>
          <a:bodyPr/>
          <a:lstStyle/>
          <a:p>
            <a:endParaRPr lang="en-US" sz="900" dirty="0"/>
          </a:p>
        </p:txBody>
      </p:sp>
      <p:sp>
        <p:nvSpPr>
          <p:cNvPr id="16" name="Date Placeholder 15">
            <a:extLst>
              <a:ext uri="{FF2B5EF4-FFF2-40B4-BE49-F238E27FC236}">
                <a16:creationId xmlns:a16="http://schemas.microsoft.com/office/drawing/2014/main" id="{3B8C73B4-F675-DA6C-C87B-197265343AFD}"/>
              </a:ext>
            </a:extLst>
          </p:cNvPr>
          <p:cNvSpPr>
            <a:spLocks noGrp="1"/>
          </p:cNvSpPr>
          <p:nvPr>
            <p:ph type="dt" sz="half" idx="14"/>
          </p:nvPr>
        </p:nvSpPr>
        <p:spPr/>
        <p:txBody>
          <a:bodyPr/>
          <a:lstStyle/>
          <a:p>
            <a:fld id="{7D551459-7875-4599-9CDE-512F48C6788C}" type="datetime1">
              <a:rPr lang="en-US" smtClean="0"/>
              <a:t>2/2/2026</a:t>
            </a:fld>
            <a:endParaRPr lang="en-US" sz="900" dirty="0"/>
          </a:p>
        </p:txBody>
      </p:sp>
      <p:sp>
        <p:nvSpPr>
          <p:cNvPr id="18" name="Slide Number Placeholder 17">
            <a:extLst>
              <a:ext uri="{FF2B5EF4-FFF2-40B4-BE49-F238E27FC236}">
                <a16:creationId xmlns:a16="http://schemas.microsoft.com/office/drawing/2014/main" id="{666393A3-F281-C54B-A886-58CE88D421F3}"/>
              </a:ext>
            </a:extLst>
          </p:cNvPr>
          <p:cNvSpPr>
            <a:spLocks noGrp="1"/>
          </p:cNvSpPr>
          <p:nvPr>
            <p:ph type="sldNum" sz="quarter" idx="16"/>
          </p:nvPr>
        </p:nvSpPr>
        <p:spPr/>
        <p:txBody>
          <a:bodyPr/>
          <a:lstStyle/>
          <a:p>
            <a:fld id="{AEAA3239-9EA4-4A65-A281-97F994456D9F}" type="slidenum">
              <a:rPr lang="en-US" smtClean="0"/>
              <a:pPr/>
              <a:t>‹#›</a:t>
            </a:fld>
            <a:endParaRPr lang="en-US" sz="900" dirty="0"/>
          </a:p>
        </p:txBody>
      </p:sp>
      <p:cxnSp>
        <p:nvCxnSpPr>
          <p:cNvPr id="19" name="Straight Connector 18">
            <a:extLst>
              <a:ext uri="{FF2B5EF4-FFF2-40B4-BE49-F238E27FC236}">
                <a16:creationId xmlns:a16="http://schemas.microsoft.com/office/drawing/2014/main" id="{2822210B-9F08-A2FC-ADDB-C9286FF6D002}"/>
              </a:ext>
            </a:extLst>
          </p:cNvPr>
          <p:cNvCxnSpPr>
            <a:cxnSpLocks/>
          </p:cNvCxnSpPr>
          <p:nvPr userDrawn="1"/>
        </p:nvCxnSpPr>
        <p:spPr>
          <a:xfrm>
            <a:off x="5156011" y="685800"/>
            <a:ext cx="7035989" cy="0"/>
          </a:xfrm>
          <a:prstGeom prst="line">
            <a:avLst/>
          </a:prstGeom>
          <a:ln w="53975">
            <a:solidFill>
              <a:srgbClr val="0F5337"/>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367970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85800" y="685800"/>
            <a:ext cx="3496147" cy="4940661"/>
          </a:xfrm>
        </p:spPr>
        <p:txBody>
          <a:bodyPr anchor="t">
            <a:normAutofit/>
          </a:bodyPr>
          <a:lstStyle>
            <a:lvl1pPr>
              <a:defRPr sz="4000"/>
            </a:lvl1pPr>
          </a:lstStyle>
          <a:p>
            <a:r>
              <a:rPr lang="en-US" dirty="0"/>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156010" y="1389888"/>
            <a:ext cx="6347141" cy="4846320"/>
          </a:xfrm>
        </p:spPr>
        <p:txBody>
          <a:bodyPr>
            <a:norm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Footer Placeholder 16">
            <a:extLst>
              <a:ext uri="{FF2B5EF4-FFF2-40B4-BE49-F238E27FC236}">
                <a16:creationId xmlns:a16="http://schemas.microsoft.com/office/drawing/2014/main" id="{B258506B-7F0E-1CE3-C46B-B55BBB0AA649}"/>
              </a:ext>
            </a:extLst>
          </p:cNvPr>
          <p:cNvSpPr>
            <a:spLocks noGrp="1"/>
          </p:cNvSpPr>
          <p:nvPr>
            <p:ph type="ftr" sz="quarter" idx="15"/>
          </p:nvPr>
        </p:nvSpPr>
        <p:spPr/>
        <p:txBody>
          <a:bodyPr/>
          <a:lstStyle/>
          <a:p>
            <a:endParaRPr lang="en-US" sz="900" dirty="0"/>
          </a:p>
        </p:txBody>
      </p:sp>
      <p:sp>
        <p:nvSpPr>
          <p:cNvPr id="16" name="Date Placeholder 15">
            <a:extLst>
              <a:ext uri="{FF2B5EF4-FFF2-40B4-BE49-F238E27FC236}">
                <a16:creationId xmlns:a16="http://schemas.microsoft.com/office/drawing/2014/main" id="{660A4F1D-9596-6174-4AAE-713716D1A047}"/>
              </a:ext>
            </a:extLst>
          </p:cNvPr>
          <p:cNvSpPr>
            <a:spLocks noGrp="1"/>
          </p:cNvSpPr>
          <p:nvPr>
            <p:ph type="dt" sz="half" idx="14"/>
          </p:nvPr>
        </p:nvSpPr>
        <p:spPr/>
        <p:txBody>
          <a:bodyPr/>
          <a:lstStyle/>
          <a:p>
            <a:fld id="{9A821586-EAD4-4D7F-9559-CC0CEE1BDC08}" type="datetime1">
              <a:rPr lang="en-US" smtClean="0"/>
              <a:t>2/2/2026</a:t>
            </a:fld>
            <a:endParaRPr lang="en-US" sz="900" dirty="0"/>
          </a:p>
        </p:txBody>
      </p:sp>
      <p:sp>
        <p:nvSpPr>
          <p:cNvPr id="18" name="Slide Number Placeholder 17">
            <a:extLst>
              <a:ext uri="{FF2B5EF4-FFF2-40B4-BE49-F238E27FC236}">
                <a16:creationId xmlns:a16="http://schemas.microsoft.com/office/drawing/2014/main" id="{A1B7F645-D4A6-2ED2-FBB7-EAEC112E4333}"/>
              </a:ext>
            </a:extLst>
          </p:cNvPr>
          <p:cNvSpPr>
            <a:spLocks noGrp="1"/>
          </p:cNvSpPr>
          <p:nvPr>
            <p:ph type="sldNum" sz="quarter" idx="16"/>
          </p:nvPr>
        </p:nvSpPr>
        <p:spPr/>
        <p:txBody>
          <a:bodyPr/>
          <a:lstStyle/>
          <a:p>
            <a:fld id="{AEAA3239-9EA4-4A65-A281-97F994456D9F}" type="slidenum">
              <a:rPr lang="en-US" smtClean="0"/>
              <a:pPr/>
              <a:t>‹#›</a:t>
            </a:fld>
            <a:endParaRPr lang="en-US" sz="900" dirty="0"/>
          </a:p>
        </p:txBody>
      </p:sp>
      <p:cxnSp>
        <p:nvCxnSpPr>
          <p:cNvPr id="19" name="Straight Connector 18">
            <a:extLst>
              <a:ext uri="{FF2B5EF4-FFF2-40B4-BE49-F238E27FC236}">
                <a16:creationId xmlns:a16="http://schemas.microsoft.com/office/drawing/2014/main" id="{B32B44DA-EDB3-13D8-52B2-CDD95FF668A6}"/>
              </a:ext>
            </a:extLst>
          </p:cNvPr>
          <p:cNvCxnSpPr>
            <a:cxnSpLocks/>
          </p:cNvCxnSpPr>
          <p:nvPr userDrawn="1"/>
        </p:nvCxnSpPr>
        <p:spPr>
          <a:xfrm>
            <a:off x="5156011" y="685800"/>
            <a:ext cx="7035989" cy="0"/>
          </a:xfrm>
          <a:prstGeom prst="line">
            <a:avLst/>
          </a:prstGeom>
          <a:ln w="53975">
            <a:solidFill>
              <a:srgbClr val="0F5337"/>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033014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85800" y="685800"/>
            <a:ext cx="3349754" cy="2721451"/>
          </a:xfrm>
        </p:spPr>
        <p:txBody>
          <a:bodyPr anchor="t">
            <a:normAutofit/>
          </a:bodyPr>
          <a:lstStyle>
            <a:lvl1pPr>
              <a:defRPr sz="40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48200" y="685800"/>
            <a:ext cx="6858000" cy="55148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Footer Placeholder 16">
            <a:extLst>
              <a:ext uri="{FF2B5EF4-FFF2-40B4-BE49-F238E27FC236}">
                <a16:creationId xmlns:a16="http://schemas.microsoft.com/office/drawing/2014/main" id="{3592DCB9-A492-FE13-AF1E-7F11E1AA031D}"/>
              </a:ext>
            </a:extLst>
          </p:cNvPr>
          <p:cNvSpPr>
            <a:spLocks noGrp="1"/>
          </p:cNvSpPr>
          <p:nvPr>
            <p:ph type="ftr" sz="quarter" idx="15"/>
          </p:nvPr>
        </p:nvSpPr>
        <p:spPr/>
        <p:txBody>
          <a:bodyPr/>
          <a:lstStyle/>
          <a:p>
            <a:endParaRPr lang="en-US" sz="900" dirty="0"/>
          </a:p>
        </p:txBody>
      </p:sp>
      <p:sp>
        <p:nvSpPr>
          <p:cNvPr id="16" name="Date Placeholder 15">
            <a:extLst>
              <a:ext uri="{FF2B5EF4-FFF2-40B4-BE49-F238E27FC236}">
                <a16:creationId xmlns:a16="http://schemas.microsoft.com/office/drawing/2014/main" id="{8399732B-F9A2-F949-D87A-745F525E4DEA}"/>
              </a:ext>
            </a:extLst>
          </p:cNvPr>
          <p:cNvSpPr>
            <a:spLocks noGrp="1"/>
          </p:cNvSpPr>
          <p:nvPr>
            <p:ph type="dt" sz="half" idx="14"/>
          </p:nvPr>
        </p:nvSpPr>
        <p:spPr/>
        <p:txBody>
          <a:bodyPr/>
          <a:lstStyle/>
          <a:p>
            <a:fld id="{40B30FD5-AD5D-49A2-92CF-1E31D5664159}" type="datetime1">
              <a:rPr lang="en-US" smtClean="0"/>
              <a:t>2/2/2026</a:t>
            </a:fld>
            <a:endParaRPr lang="en-US" sz="900" dirty="0"/>
          </a:p>
        </p:txBody>
      </p:sp>
      <p:sp>
        <p:nvSpPr>
          <p:cNvPr id="18" name="Slide Number Placeholder 17">
            <a:extLst>
              <a:ext uri="{FF2B5EF4-FFF2-40B4-BE49-F238E27FC236}">
                <a16:creationId xmlns:a16="http://schemas.microsoft.com/office/drawing/2014/main" id="{742CF50F-386B-7CF6-E6C9-25AA0F139ABE}"/>
              </a:ext>
            </a:extLst>
          </p:cNvPr>
          <p:cNvSpPr>
            <a:spLocks noGrp="1"/>
          </p:cNvSpPr>
          <p:nvPr>
            <p:ph type="sldNum" sz="quarter" idx="16"/>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312374753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88061" y="685799"/>
            <a:ext cx="2651760" cy="2194560"/>
          </a:xfrm>
        </p:spPr>
        <p:txBody>
          <a:bodyPr anchor="b"/>
          <a:lstStyle/>
          <a:p>
            <a:r>
              <a:rPr lang="en-US" dirty="0"/>
              <a:t>Click to edit Master title style</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89055" y="3011335"/>
            <a:ext cx="2651760"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F04C9A45-DF85-730D-895E-DD4D54BB61F6}"/>
              </a:ext>
            </a:extLst>
          </p:cNvPr>
          <p:cNvSpPr>
            <a:spLocks noGrp="1"/>
          </p:cNvSpPr>
          <p:nvPr>
            <p:ph type="ftr" sz="quarter" idx="16"/>
          </p:nvPr>
        </p:nvSpPr>
        <p:spPr>
          <a:xfrm>
            <a:off x="8889055" y="6309360"/>
            <a:ext cx="1444752" cy="548640"/>
          </a:xfrm>
        </p:spPr>
        <p:txBody>
          <a:bodyPr lIns="91440" rIns="91440"/>
          <a:lstStyle>
            <a:lvl1pPr algn="l">
              <a:defRPr b="0"/>
            </a:lvl1pPr>
          </a:lstStyle>
          <a:p>
            <a:endParaRPr lang="en-US" b="0" dirty="0"/>
          </a:p>
        </p:txBody>
      </p:sp>
      <p:sp>
        <p:nvSpPr>
          <p:cNvPr id="3" name="Date Placeholder 2">
            <a:extLst>
              <a:ext uri="{FF2B5EF4-FFF2-40B4-BE49-F238E27FC236}">
                <a16:creationId xmlns:a16="http://schemas.microsoft.com/office/drawing/2014/main" id="{FCB8E9E7-C6AA-5486-0F1F-7CAF09412607}"/>
              </a:ext>
            </a:extLst>
          </p:cNvPr>
          <p:cNvSpPr>
            <a:spLocks noGrp="1"/>
          </p:cNvSpPr>
          <p:nvPr>
            <p:ph type="dt" sz="half" idx="15"/>
          </p:nvPr>
        </p:nvSpPr>
        <p:spPr/>
        <p:txBody>
          <a:bodyPr/>
          <a:lstStyle>
            <a:lvl1pPr>
              <a:defRPr b="0"/>
            </a:lvl1pPr>
          </a:lstStyle>
          <a:p>
            <a:fld id="{C51887B6-3287-4F43-BD0F-03436DF3BB1C}" type="datetime1">
              <a:rPr lang="en-US" smtClean="0"/>
              <a:t>2/2/2026</a:t>
            </a:fld>
            <a:endParaRPr lang="en-US" b="0" dirty="0"/>
          </a:p>
        </p:txBody>
      </p:sp>
      <p:sp>
        <p:nvSpPr>
          <p:cNvPr id="9" name="Slide Number Placeholder 8">
            <a:extLst>
              <a:ext uri="{FF2B5EF4-FFF2-40B4-BE49-F238E27FC236}">
                <a16:creationId xmlns:a16="http://schemas.microsoft.com/office/drawing/2014/main" id="{2458E34D-D287-598F-A8AC-381BD6C1F20D}"/>
              </a:ext>
            </a:extLst>
          </p:cNvPr>
          <p:cNvSpPr>
            <a:spLocks noGrp="1"/>
          </p:cNvSpPr>
          <p:nvPr>
            <p:ph type="sldNum" sz="quarter" idx="17"/>
          </p:nvPr>
        </p:nvSpPr>
        <p:spPr/>
        <p:txBody>
          <a:bodyPr/>
          <a:lstStyle>
            <a:lvl1pPr>
              <a:defRPr b="0"/>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50037584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5800" y="685799"/>
            <a:ext cx="2651760" cy="2194560"/>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85800" y="3011335"/>
            <a:ext cx="2651760"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3865677"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4" name="Footer Placeholder 3">
            <a:extLst>
              <a:ext uri="{FF2B5EF4-FFF2-40B4-BE49-F238E27FC236}">
                <a16:creationId xmlns:a16="http://schemas.microsoft.com/office/drawing/2014/main" id="{FAF1FD15-D660-8E99-2F30-F821EA8FBC04}"/>
              </a:ext>
            </a:extLst>
          </p:cNvPr>
          <p:cNvSpPr>
            <a:spLocks noGrp="1"/>
          </p:cNvSpPr>
          <p:nvPr>
            <p:ph type="ftr" sz="quarter" idx="16"/>
          </p:nvPr>
        </p:nvSpPr>
        <p:spPr/>
        <p:txBody>
          <a:bodyPr/>
          <a:lstStyle>
            <a:lvl1pPr>
              <a:defRPr b="0"/>
            </a:lvl1pPr>
          </a:lstStyle>
          <a:p>
            <a:endParaRPr lang="en-US" b="0" dirty="0"/>
          </a:p>
        </p:txBody>
      </p:sp>
      <p:sp>
        <p:nvSpPr>
          <p:cNvPr id="3" name="Date Placeholder 2">
            <a:extLst>
              <a:ext uri="{FF2B5EF4-FFF2-40B4-BE49-F238E27FC236}">
                <a16:creationId xmlns:a16="http://schemas.microsoft.com/office/drawing/2014/main" id="{217EB7F9-DC25-C1C0-FB90-D37C62D49000}"/>
              </a:ext>
            </a:extLst>
          </p:cNvPr>
          <p:cNvSpPr>
            <a:spLocks noGrp="1"/>
          </p:cNvSpPr>
          <p:nvPr>
            <p:ph type="dt" sz="half" idx="15"/>
          </p:nvPr>
        </p:nvSpPr>
        <p:spPr>
          <a:xfrm>
            <a:off x="2395637" y="6309360"/>
            <a:ext cx="914400" cy="548640"/>
          </a:xfrm>
        </p:spPr>
        <p:txBody>
          <a:bodyPr lIns="91440" rIns="91440"/>
          <a:lstStyle>
            <a:lvl1pPr algn="r">
              <a:defRPr b="1"/>
            </a:lvl1pPr>
          </a:lstStyle>
          <a:p>
            <a:fld id="{96915FBF-2967-4DC4-BA06-B4739097A819}" type="datetime1">
              <a:rPr lang="en-US" smtClean="0"/>
              <a:t>2/2/2026</a:t>
            </a:fld>
            <a:endParaRPr lang="en-US" b="1" dirty="0"/>
          </a:p>
        </p:txBody>
      </p:sp>
      <p:sp>
        <p:nvSpPr>
          <p:cNvPr id="9" name="Slide Number Placeholder 8">
            <a:extLst>
              <a:ext uri="{FF2B5EF4-FFF2-40B4-BE49-F238E27FC236}">
                <a16:creationId xmlns:a16="http://schemas.microsoft.com/office/drawing/2014/main" id="{5367B05B-9852-9253-5FA9-E7F01FA6DB01}"/>
              </a:ext>
            </a:extLst>
          </p:cNvPr>
          <p:cNvSpPr>
            <a:spLocks noGrp="1"/>
          </p:cNvSpPr>
          <p:nvPr>
            <p:ph type="sldNum" sz="quarter" idx="17"/>
          </p:nvPr>
        </p:nvSpPr>
        <p:spPr/>
        <p:txBody>
          <a:bodyPr/>
          <a:lstStyle>
            <a:lvl1pPr>
              <a:defRPr b="0"/>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94289006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5800" y="5012268"/>
            <a:ext cx="4019522" cy="1127275"/>
          </a:xfrm>
        </p:spPr>
        <p:txBody>
          <a:bodyPr anchor="t">
            <a:normAutofit/>
          </a:bodyPr>
          <a:lstStyle>
            <a:lvl1pPr>
              <a:defRPr sz="28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4635132"/>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56009" y="5012267"/>
            <a:ext cx="6355080" cy="1241576"/>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Footer Placeholder 14">
            <a:extLst>
              <a:ext uri="{FF2B5EF4-FFF2-40B4-BE49-F238E27FC236}">
                <a16:creationId xmlns:a16="http://schemas.microsoft.com/office/drawing/2014/main" id="{7D34CD9F-D768-826C-6068-D19E14300141}"/>
              </a:ext>
            </a:extLst>
          </p:cNvPr>
          <p:cNvSpPr>
            <a:spLocks noGrp="1"/>
          </p:cNvSpPr>
          <p:nvPr>
            <p:ph type="ftr" sz="quarter" idx="16"/>
          </p:nvPr>
        </p:nvSpPr>
        <p:spPr/>
        <p:txBody>
          <a:bodyPr/>
          <a:lstStyle/>
          <a:p>
            <a:endParaRPr lang="en-US" sz="900" dirty="0"/>
          </a:p>
        </p:txBody>
      </p:sp>
      <p:sp>
        <p:nvSpPr>
          <p:cNvPr id="14" name="Date Placeholder 13">
            <a:extLst>
              <a:ext uri="{FF2B5EF4-FFF2-40B4-BE49-F238E27FC236}">
                <a16:creationId xmlns:a16="http://schemas.microsoft.com/office/drawing/2014/main" id="{701BED28-357D-4F89-B9BA-B6464B9050E2}"/>
              </a:ext>
            </a:extLst>
          </p:cNvPr>
          <p:cNvSpPr>
            <a:spLocks noGrp="1"/>
          </p:cNvSpPr>
          <p:nvPr>
            <p:ph type="dt" sz="half" idx="15"/>
          </p:nvPr>
        </p:nvSpPr>
        <p:spPr/>
        <p:txBody>
          <a:bodyPr/>
          <a:lstStyle/>
          <a:p>
            <a:fld id="{9D4577F9-C786-4780-89C8-12002BF4222A}" type="datetime1">
              <a:rPr lang="en-US" smtClean="0"/>
              <a:t>2/2/2026</a:t>
            </a:fld>
            <a:endParaRPr lang="en-US" sz="900" dirty="0"/>
          </a:p>
        </p:txBody>
      </p:sp>
      <p:sp>
        <p:nvSpPr>
          <p:cNvPr id="16" name="Slide Number Placeholder 15">
            <a:extLst>
              <a:ext uri="{FF2B5EF4-FFF2-40B4-BE49-F238E27FC236}">
                <a16:creationId xmlns:a16="http://schemas.microsoft.com/office/drawing/2014/main" id="{C87ECC3B-C467-A778-F8B3-C3354B191A0C}"/>
              </a:ext>
            </a:extLst>
          </p:cNvPr>
          <p:cNvSpPr>
            <a:spLocks noGrp="1"/>
          </p:cNvSpPr>
          <p:nvPr>
            <p:ph type="sldNum" sz="quarter" idx="17"/>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366150302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12663" y="685800"/>
            <a:ext cx="3291840" cy="1667226"/>
          </a:xfrm>
        </p:spPr>
        <p:txBody>
          <a:bodyPr anchor="b">
            <a:normAutofit/>
          </a:bodyPr>
          <a:lstStyle>
            <a:lvl1pPr>
              <a:defRPr sz="28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0"/>
            <a:ext cx="7584144"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212790" y="2468880"/>
            <a:ext cx="3291840" cy="374904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er Placeholder 11">
            <a:extLst>
              <a:ext uri="{FF2B5EF4-FFF2-40B4-BE49-F238E27FC236}">
                <a16:creationId xmlns:a16="http://schemas.microsoft.com/office/drawing/2014/main" id="{6416BD78-1156-E2CB-92EF-CBDD752BE701}"/>
              </a:ext>
            </a:extLst>
          </p:cNvPr>
          <p:cNvSpPr>
            <a:spLocks noGrp="1"/>
          </p:cNvSpPr>
          <p:nvPr>
            <p:ph type="ftr" sz="quarter" idx="16"/>
          </p:nvPr>
        </p:nvSpPr>
        <p:spPr>
          <a:xfrm>
            <a:off x="8212790" y="6309360"/>
            <a:ext cx="1444752" cy="548640"/>
          </a:xfrm>
        </p:spPr>
        <p:txBody>
          <a:bodyPr lIns="91440" rIns="91440"/>
          <a:lstStyle>
            <a:lvl1pPr algn="l">
              <a:defRPr b="0"/>
            </a:lvl1pPr>
          </a:lstStyle>
          <a:p>
            <a:endParaRPr lang="en-US" b="0" dirty="0"/>
          </a:p>
        </p:txBody>
      </p:sp>
      <p:sp>
        <p:nvSpPr>
          <p:cNvPr id="7" name="Date Placeholder 6">
            <a:extLst>
              <a:ext uri="{FF2B5EF4-FFF2-40B4-BE49-F238E27FC236}">
                <a16:creationId xmlns:a16="http://schemas.microsoft.com/office/drawing/2014/main" id="{72E9ACE6-EBDD-9FEF-E30B-C49DF2B5EB34}"/>
              </a:ext>
            </a:extLst>
          </p:cNvPr>
          <p:cNvSpPr>
            <a:spLocks noGrp="1"/>
          </p:cNvSpPr>
          <p:nvPr>
            <p:ph type="dt" sz="half" idx="15"/>
          </p:nvPr>
        </p:nvSpPr>
        <p:spPr/>
        <p:txBody>
          <a:bodyPr/>
          <a:lstStyle>
            <a:lvl1pPr>
              <a:defRPr b="1"/>
            </a:lvl1pPr>
          </a:lstStyle>
          <a:p>
            <a:fld id="{346FB09A-52E0-4375-AC46-87B491BD0FD9}" type="datetime1">
              <a:rPr lang="en-US" smtClean="0"/>
              <a:t>2/2/2026</a:t>
            </a:fld>
            <a:endParaRPr lang="en-US" b="1" dirty="0"/>
          </a:p>
        </p:txBody>
      </p:sp>
      <p:sp>
        <p:nvSpPr>
          <p:cNvPr id="13" name="Slide Number Placeholder 12">
            <a:extLst>
              <a:ext uri="{FF2B5EF4-FFF2-40B4-BE49-F238E27FC236}">
                <a16:creationId xmlns:a16="http://schemas.microsoft.com/office/drawing/2014/main" id="{30CBF556-3E2C-96E3-002A-1B5CD303E471}"/>
              </a:ext>
            </a:extLst>
          </p:cNvPr>
          <p:cNvSpPr>
            <a:spLocks noGrp="1"/>
          </p:cNvSpPr>
          <p:nvPr>
            <p:ph type="sldNum" sz="quarter" idx="17"/>
          </p:nvPr>
        </p:nvSpPr>
        <p:spPr/>
        <p:txBody>
          <a:bodyPr/>
          <a:lstStyle>
            <a:lvl1pPr>
              <a:defRPr b="0"/>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355992380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5800" y="685800"/>
            <a:ext cx="3291840" cy="1667226"/>
          </a:xfrm>
        </p:spPr>
        <p:txBody>
          <a:bodyPr anchor="b">
            <a:normAutofit/>
          </a:bodyPr>
          <a:lstStyle>
            <a:lvl1pPr>
              <a:defRPr sz="28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85800" y="2468880"/>
            <a:ext cx="3291840" cy="381488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607856" y="0"/>
            <a:ext cx="7584144"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15" name="Footer Placeholder 14">
            <a:extLst>
              <a:ext uri="{FF2B5EF4-FFF2-40B4-BE49-F238E27FC236}">
                <a16:creationId xmlns:a16="http://schemas.microsoft.com/office/drawing/2014/main" id="{6E1A43F5-DA63-BB10-3630-B39550C555FC}"/>
              </a:ext>
            </a:extLst>
          </p:cNvPr>
          <p:cNvSpPr>
            <a:spLocks noGrp="1"/>
          </p:cNvSpPr>
          <p:nvPr>
            <p:ph type="ftr" sz="quarter" idx="16"/>
          </p:nvPr>
        </p:nvSpPr>
        <p:spPr/>
        <p:txBody>
          <a:bodyPr/>
          <a:lstStyle>
            <a:lvl1pPr>
              <a:defRPr b="0"/>
            </a:lvl1pPr>
          </a:lstStyle>
          <a:p>
            <a:endParaRPr lang="en-US" b="0" dirty="0"/>
          </a:p>
        </p:txBody>
      </p:sp>
      <p:sp>
        <p:nvSpPr>
          <p:cNvPr id="14" name="Date Placeholder 13">
            <a:extLst>
              <a:ext uri="{FF2B5EF4-FFF2-40B4-BE49-F238E27FC236}">
                <a16:creationId xmlns:a16="http://schemas.microsoft.com/office/drawing/2014/main" id="{9122A604-3126-053C-329B-F361F0C06D20}"/>
              </a:ext>
            </a:extLst>
          </p:cNvPr>
          <p:cNvSpPr>
            <a:spLocks noGrp="1"/>
          </p:cNvSpPr>
          <p:nvPr>
            <p:ph type="dt" sz="half" idx="15"/>
          </p:nvPr>
        </p:nvSpPr>
        <p:spPr>
          <a:xfrm>
            <a:off x="3063240" y="6309360"/>
            <a:ext cx="914400" cy="548640"/>
          </a:xfrm>
        </p:spPr>
        <p:txBody>
          <a:bodyPr lIns="91440" rIns="91440"/>
          <a:lstStyle>
            <a:lvl1pPr algn="r">
              <a:defRPr b="1"/>
            </a:lvl1pPr>
          </a:lstStyle>
          <a:p>
            <a:fld id="{1E895A57-89A1-4D9A-973F-A508C25AAE17}" type="datetime1">
              <a:rPr lang="en-US" smtClean="0"/>
              <a:t>2/2/2026</a:t>
            </a:fld>
            <a:endParaRPr lang="en-US" b="1" dirty="0"/>
          </a:p>
        </p:txBody>
      </p:sp>
      <p:sp>
        <p:nvSpPr>
          <p:cNvPr id="16" name="Slide Number Placeholder 15">
            <a:extLst>
              <a:ext uri="{FF2B5EF4-FFF2-40B4-BE49-F238E27FC236}">
                <a16:creationId xmlns:a16="http://schemas.microsoft.com/office/drawing/2014/main" id="{F0A79120-8B24-0DF4-8107-506DBEAA07B9}"/>
              </a:ext>
            </a:extLst>
          </p:cNvPr>
          <p:cNvSpPr>
            <a:spLocks noGrp="1"/>
          </p:cNvSpPr>
          <p:nvPr>
            <p:ph type="sldNum" sz="quarter" idx="17"/>
          </p:nvPr>
        </p:nvSpPr>
        <p:spPr/>
        <p:txBody>
          <a:bodyPr/>
          <a:lstStyle>
            <a:lvl1pPr>
              <a:defRPr b="0"/>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144778238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94553" y="685800"/>
            <a:ext cx="4389120" cy="1280160"/>
          </a:xfrm>
        </p:spPr>
        <p:txBody>
          <a:bodyPr anchor="b">
            <a:normAutofit/>
          </a:bodyPr>
          <a:lstStyle>
            <a:lvl1pPr>
              <a:defRPr sz="2800"/>
            </a:lvl1pPr>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6492240"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04889" y="2103120"/>
            <a:ext cx="4389120" cy="4114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Footer Placeholder 14">
            <a:extLst>
              <a:ext uri="{FF2B5EF4-FFF2-40B4-BE49-F238E27FC236}">
                <a16:creationId xmlns:a16="http://schemas.microsoft.com/office/drawing/2014/main" id="{949D437D-B77F-C121-8BA3-65C20A0FDC24}"/>
              </a:ext>
            </a:extLst>
          </p:cNvPr>
          <p:cNvSpPr>
            <a:spLocks noGrp="1"/>
          </p:cNvSpPr>
          <p:nvPr>
            <p:ph type="ftr" sz="quarter" idx="16"/>
          </p:nvPr>
        </p:nvSpPr>
        <p:spPr>
          <a:xfrm>
            <a:off x="7104889" y="6309360"/>
            <a:ext cx="1444752" cy="548640"/>
          </a:xfrm>
        </p:spPr>
        <p:txBody>
          <a:bodyPr lIns="91440" rIns="91440"/>
          <a:lstStyle>
            <a:lvl1pPr algn="l">
              <a:defRPr b="0"/>
            </a:lvl1pPr>
          </a:lstStyle>
          <a:p>
            <a:endParaRPr lang="en-US" b="0" dirty="0"/>
          </a:p>
        </p:txBody>
      </p:sp>
      <p:sp>
        <p:nvSpPr>
          <p:cNvPr id="14" name="Date Placeholder 13">
            <a:extLst>
              <a:ext uri="{FF2B5EF4-FFF2-40B4-BE49-F238E27FC236}">
                <a16:creationId xmlns:a16="http://schemas.microsoft.com/office/drawing/2014/main" id="{79900472-B335-DFA2-4332-6F5ECFE866CF}"/>
              </a:ext>
            </a:extLst>
          </p:cNvPr>
          <p:cNvSpPr>
            <a:spLocks noGrp="1"/>
          </p:cNvSpPr>
          <p:nvPr>
            <p:ph type="dt" sz="half" idx="15"/>
          </p:nvPr>
        </p:nvSpPr>
        <p:spPr/>
        <p:txBody>
          <a:bodyPr/>
          <a:lstStyle>
            <a:lvl1pPr>
              <a:defRPr b="0"/>
            </a:lvl1pPr>
          </a:lstStyle>
          <a:p>
            <a:fld id="{FE5062D3-5ABC-4149-AD2B-B4628FCC03BE}" type="datetime1">
              <a:rPr lang="en-US" smtClean="0"/>
              <a:t>2/2/2026</a:t>
            </a:fld>
            <a:endParaRPr lang="en-US" b="0" dirty="0"/>
          </a:p>
        </p:txBody>
      </p:sp>
      <p:sp>
        <p:nvSpPr>
          <p:cNvPr id="16" name="Slide Number Placeholder 15">
            <a:extLst>
              <a:ext uri="{FF2B5EF4-FFF2-40B4-BE49-F238E27FC236}">
                <a16:creationId xmlns:a16="http://schemas.microsoft.com/office/drawing/2014/main" id="{7BCFC63E-10B6-67ED-510E-4198601682B9}"/>
              </a:ext>
            </a:extLst>
          </p:cNvPr>
          <p:cNvSpPr>
            <a:spLocks noGrp="1"/>
          </p:cNvSpPr>
          <p:nvPr>
            <p:ph type="sldNum" sz="quarter" idx="17"/>
          </p:nvPr>
        </p:nvSpPr>
        <p:spPr/>
        <p:txBody>
          <a:bodyPr/>
          <a:lstStyle>
            <a:lvl1pPr>
              <a:defRPr b="0"/>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16747974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5800" y="685800"/>
            <a:ext cx="4389120" cy="1288169"/>
          </a:xfrm>
        </p:spPr>
        <p:txBody>
          <a:bodyPr anchor="b">
            <a:normAutofit/>
          </a:bodyPr>
          <a:lstStyle>
            <a:lvl1pPr>
              <a:defRPr sz="2800"/>
            </a:lvl1pPr>
          </a:lstStyle>
          <a:p>
            <a:r>
              <a:rPr lang="en-US" dirty="0"/>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85800" y="2103120"/>
            <a:ext cx="4389120" cy="4114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658928" y="0"/>
            <a:ext cx="6533072"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12" name="Footer Placeholder 11">
            <a:extLst>
              <a:ext uri="{FF2B5EF4-FFF2-40B4-BE49-F238E27FC236}">
                <a16:creationId xmlns:a16="http://schemas.microsoft.com/office/drawing/2014/main" id="{15DB2D33-C4AD-9210-0361-1ED8CAFE801F}"/>
              </a:ext>
            </a:extLst>
          </p:cNvPr>
          <p:cNvSpPr>
            <a:spLocks noGrp="1"/>
          </p:cNvSpPr>
          <p:nvPr>
            <p:ph type="ftr" sz="quarter" idx="16"/>
          </p:nvPr>
        </p:nvSpPr>
        <p:spPr/>
        <p:txBody>
          <a:bodyPr/>
          <a:lstStyle>
            <a:lvl1pPr>
              <a:defRPr b="0"/>
            </a:lvl1pPr>
          </a:lstStyle>
          <a:p>
            <a:endParaRPr lang="en-US" b="0" dirty="0"/>
          </a:p>
        </p:txBody>
      </p:sp>
      <p:sp>
        <p:nvSpPr>
          <p:cNvPr id="10" name="Date Placeholder 9">
            <a:extLst>
              <a:ext uri="{FF2B5EF4-FFF2-40B4-BE49-F238E27FC236}">
                <a16:creationId xmlns:a16="http://schemas.microsoft.com/office/drawing/2014/main" id="{F238A9DF-AC38-D01B-9F44-E40F0332E72B}"/>
              </a:ext>
            </a:extLst>
          </p:cNvPr>
          <p:cNvSpPr>
            <a:spLocks noGrp="1"/>
          </p:cNvSpPr>
          <p:nvPr>
            <p:ph type="dt" sz="half" idx="15"/>
          </p:nvPr>
        </p:nvSpPr>
        <p:spPr>
          <a:xfrm>
            <a:off x="4160520" y="6309360"/>
            <a:ext cx="914400" cy="548640"/>
          </a:xfrm>
        </p:spPr>
        <p:txBody>
          <a:bodyPr lIns="91440" rIns="91440"/>
          <a:lstStyle>
            <a:lvl1pPr algn="r">
              <a:defRPr b="1"/>
            </a:lvl1pPr>
          </a:lstStyle>
          <a:p>
            <a:fld id="{0E8FAB13-78C9-4DD7-B1AD-FA9F202D4371}" type="datetime1">
              <a:rPr lang="en-US" smtClean="0"/>
              <a:t>2/2/2026</a:t>
            </a:fld>
            <a:endParaRPr lang="en-US" b="1" dirty="0"/>
          </a:p>
        </p:txBody>
      </p:sp>
      <p:sp>
        <p:nvSpPr>
          <p:cNvPr id="13" name="Slide Number Placeholder 12">
            <a:extLst>
              <a:ext uri="{FF2B5EF4-FFF2-40B4-BE49-F238E27FC236}">
                <a16:creationId xmlns:a16="http://schemas.microsoft.com/office/drawing/2014/main" id="{19BD9C04-DDA3-9724-5D4F-D0DE36829154}"/>
              </a:ext>
            </a:extLst>
          </p:cNvPr>
          <p:cNvSpPr>
            <a:spLocks noGrp="1"/>
          </p:cNvSpPr>
          <p:nvPr>
            <p:ph type="sldNum" sz="quarter" idx="17"/>
          </p:nvPr>
        </p:nvSpPr>
        <p:spPr/>
        <p:txBody>
          <a:bodyPr/>
          <a:lstStyle>
            <a:lvl1pPr>
              <a:defRPr b="0"/>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79602169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5800" y="3880757"/>
            <a:ext cx="3044954" cy="2245126"/>
          </a:xfrm>
        </p:spPr>
        <p:txBody>
          <a:bodyPr anchor="t">
            <a:normAutofit/>
          </a:bodyPr>
          <a:lstStyle>
            <a:lvl1pPr>
              <a:defRPr sz="28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443331"/>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3880757"/>
            <a:ext cx="7406640" cy="2443843"/>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Footer Placeholder 11">
            <a:extLst>
              <a:ext uri="{FF2B5EF4-FFF2-40B4-BE49-F238E27FC236}">
                <a16:creationId xmlns:a16="http://schemas.microsoft.com/office/drawing/2014/main" id="{5E1E2293-0981-CA67-BC69-2A34B16B7D29}"/>
              </a:ext>
            </a:extLst>
          </p:cNvPr>
          <p:cNvSpPr>
            <a:spLocks noGrp="1"/>
          </p:cNvSpPr>
          <p:nvPr>
            <p:ph type="ftr" sz="quarter" idx="16"/>
          </p:nvPr>
        </p:nvSpPr>
        <p:spPr/>
        <p:txBody>
          <a:bodyPr/>
          <a:lstStyle/>
          <a:p>
            <a:endParaRPr lang="en-US" sz="900" dirty="0"/>
          </a:p>
        </p:txBody>
      </p:sp>
      <p:sp>
        <p:nvSpPr>
          <p:cNvPr id="10" name="Date Placeholder 9">
            <a:extLst>
              <a:ext uri="{FF2B5EF4-FFF2-40B4-BE49-F238E27FC236}">
                <a16:creationId xmlns:a16="http://schemas.microsoft.com/office/drawing/2014/main" id="{7519DAE2-7AAB-3D6B-7EF9-2627D8237C9F}"/>
              </a:ext>
            </a:extLst>
          </p:cNvPr>
          <p:cNvSpPr>
            <a:spLocks noGrp="1"/>
          </p:cNvSpPr>
          <p:nvPr>
            <p:ph type="dt" sz="half" idx="15"/>
          </p:nvPr>
        </p:nvSpPr>
        <p:spPr/>
        <p:txBody>
          <a:bodyPr/>
          <a:lstStyle/>
          <a:p>
            <a:fld id="{686979C8-52DD-493B-9F1B-E6F0872B6C99}" type="datetime1">
              <a:rPr lang="en-US" smtClean="0"/>
              <a:t>2/2/2026</a:t>
            </a:fld>
            <a:endParaRPr lang="en-US" sz="900" dirty="0"/>
          </a:p>
        </p:txBody>
      </p:sp>
      <p:sp>
        <p:nvSpPr>
          <p:cNvPr id="13" name="Slide Number Placeholder 12">
            <a:extLst>
              <a:ext uri="{FF2B5EF4-FFF2-40B4-BE49-F238E27FC236}">
                <a16:creationId xmlns:a16="http://schemas.microsoft.com/office/drawing/2014/main" id="{A05FD2C2-A97A-832C-423E-BD004E960397}"/>
              </a:ext>
            </a:extLst>
          </p:cNvPr>
          <p:cNvSpPr>
            <a:spLocks noGrp="1"/>
          </p:cNvSpPr>
          <p:nvPr>
            <p:ph type="sldNum" sz="quarter" idx="17"/>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131231136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5800" y="685800"/>
            <a:ext cx="3021873" cy="1773540"/>
          </a:xfrm>
        </p:spPr>
        <p:txBody>
          <a:bodyPr anchor="t">
            <a:normAutofit/>
          </a:bodyPr>
          <a:lstStyle>
            <a:lvl1pPr>
              <a:defRPr sz="28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685800"/>
            <a:ext cx="7360920" cy="233045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8">
            <a:extLst>
              <a:ext uri="{FF2B5EF4-FFF2-40B4-BE49-F238E27FC236}">
                <a16:creationId xmlns:a16="http://schemas.microsoft.com/office/drawing/2014/main" id="{B95F48D1-80B9-D5A3-02FE-C55775ED181F}"/>
              </a:ext>
            </a:extLst>
          </p:cNvPr>
          <p:cNvSpPr>
            <a:spLocks noGrp="1"/>
          </p:cNvSpPr>
          <p:nvPr>
            <p:ph type="ftr" sz="quarter" idx="16"/>
          </p:nvPr>
        </p:nvSpPr>
        <p:spPr>
          <a:xfrm>
            <a:off x="609600" y="3048000"/>
            <a:ext cx="1444752" cy="548640"/>
          </a:xfrm>
        </p:spPr>
        <p:txBody>
          <a:bodyPr lIns="91440" rIns="91440"/>
          <a:lstStyle>
            <a:lvl1pPr algn="l">
              <a:defRPr b="0"/>
            </a:lvl1pPr>
          </a:lstStyle>
          <a:p>
            <a:endParaRPr lang="en-US" b="0" dirty="0"/>
          </a:p>
        </p:txBody>
      </p:sp>
      <p:sp>
        <p:nvSpPr>
          <p:cNvPr id="3" name="Date Placeholder 2">
            <a:extLst>
              <a:ext uri="{FF2B5EF4-FFF2-40B4-BE49-F238E27FC236}">
                <a16:creationId xmlns:a16="http://schemas.microsoft.com/office/drawing/2014/main" id="{06DF4A28-A60F-B442-081E-A6E44BF96F11}"/>
              </a:ext>
            </a:extLst>
          </p:cNvPr>
          <p:cNvSpPr>
            <a:spLocks noGrp="1"/>
          </p:cNvSpPr>
          <p:nvPr>
            <p:ph type="dt" sz="half" idx="15"/>
          </p:nvPr>
        </p:nvSpPr>
        <p:spPr>
          <a:xfrm>
            <a:off x="10668000" y="3048000"/>
            <a:ext cx="914400" cy="548640"/>
          </a:xfrm>
        </p:spPr>
        <p:txBody>
          <a:bodyPr lIns="91440" rIns="91440"/>
          <a:lstStyle>
            <a:lvl1pPr algn="r">
              <a:defRPr b="1"/>
            </a:lvl1pPr>
          </a:lstStyle>
          <a:p>
            <a:fld id="{7C03F42E-5F8D-4D93-8914-07006AA4742F}" type="datetime1">
              <a:rPr lang="en-US" smtClean="0"/>
              <a:t>2/2/2026</a:t>
            </a:fld>
            <a:endParaRPr lang="en-US" b="1" dirty="0"/>
          </a:p>
        </p:txBody>
      </p:sp>
      <p:sp>
        <p:nvSpPr>
          <p:cNvPr id="4" name="Picture Placeholder 3">
            <a:extLst>
              <a:ext uri="{FF2B5EF4-FFF2-40B4-BE49-F238E27FC236}">
                <a16:creationId xmlns:a16="http://schemas.microsoft.com/office/drawing/2014/main" id="{EDB92F6E-55FC-C88B-734D-26D3B9923E69}"/>
              </a:ext>
            </a:extLst>
          </p:cNvPr>
          <p:cNvSpPr>
            <a:spLocks noGrp="1"/>
          </p:cNvSpPr>
          <p:nvPr>
            <p:ph type="pic" sz="quarter" idx="13" hasCustomPrompt="1"/>
          </p:nvPr>
        </p:nvSpPr>
        <p:spPr>
          <a:xfrm>
            <a:off x="-1" y="3636524"/>
            <a:ext cx="12192000" cy="3221477"/>
          </a:xfrm>
          <a:custGeom>
            <a:avLst/>
            <a:gdLst>
              <a:gd name="connsiteX0" fmla="*/ 0 w 12192000"/>
              <a:gd name="connsiteY0" fmla="*/ 0 h 3221477"/>
              <a:gd name="connsiteX1" fmla="*/ 12192000 w 12192000"/>
              <a:gd name="connsiteY1" fmla="*/ 0 h 3221477"/>
              <a:gd name="connsiteX2" fmla="*/ 12192000 w 12192000"/>
              <a:gd name="connsiteY2" fmla="*/ 3221477 h 3221477"/>
              <a:gd name="connsiteX3" fmla="*/ 0 w 12192000"/>
              <a:gd name="connsiteY3" fmla="*/ 3221477 h 3221477"/>
            </a:gdLst>
            <a:ahLst/>
            <a:cxnLst>
              <a:cxn ang="0">
                <a:pos x="connsiteX0" y="connsiteY0"/>
              </a:cxn>
              <a:cxn ang="0">
                <a:pos x="connsiteX1" y="connsiteY1"/>
              </a:cxn>
              <a:cxn ang="0">
                <a:pos x="connsiteX2" y="connsiteY2"/>
              </a:cxn>
              <a:cxn ang="0">
                <a:pos x="connsiteX3" y="connsiteY3"/>
              </a:cxn>
            </a:cxnLst>
            <a:rect l="l" t="t" r="r" b="b"/>
            <a:pathLst>
              <a:path w="12192000" h="3221477">
                <a:moveTo>
                  <a:pt x="0" y="0"/>
                </a:moveTo>
                <a:lnTo>
                  <a:pt x="12192000" y="0"/>
                </a:lnTo>
                <a:lnTo>
                  <a:pt x="12192000" y="3221477"/>
                </a:lnTo>
                <a:lnTo>
                  <a:pt x="0" y="3221477"/>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10" name="Slide Number Placeholder 9">
            <a:extLst>
              <a:ext uri="{FF2B5EF4-FFF2-40B4-BE49-F238E27FC236}">
                <a16:creationId xmlns:a16="http://schemas.microsoft.com/office/drawing/2014/main" id="{7A9F18E4-7312-4847-6937-774793858146}"/>
              </a:ext>
            </a:extLst>
          </p:cNvPr>
          <p:cNvSpPr>
            <a:spLocks noGrp="1"/>
          </p:cNvSpPr>
          <p:nvPr>
            <p:ph type="sldNum" sz="quarter" idx="17"/>
          </p:nvPr>
        </p:nvSpPr>
        <p:spPr/>
        <p:txBody>
          <a:bodyPr/>
          <a:lstStyle>
            <a:lvl1pPr>
              <a:defRPr b="0"/>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218259085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156011" y="685800"/>
            <a:ext cx="6355080" cy="1280160"/>
          </a:xfrm>
        </p:spPr>
        <p:txBody>
          <a:bodyPr anchor="b"/>
          <a:lstStyle/>
          <a:p>
            <a:r>
              <a:rPr lang="en-US" dirty="0"/>
              <a:t>Click to edit Master title style</a:t>
            </a:r>
          </a:p>
        </p:txBody>
      </p:sp>
      <p:sp>
        <p:nvSpPr>
          <p:cNvPr id="14" name="Picture Placehold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0"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157368" y="2103120"/>
            <a:ext cx="6355080" cy="4114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Footer Placeholder 15">
            <a:extLst>
              <a:ext uri="{FF2B5EF4-FFF2-40B4-BE49-F238E27FC236}">
                <a16:creationId xmlns:a16="http://schemas.microsoft.com/office/drawing/2014/main" id="{F06C09F9-F830-FCE8-A68C-46E87CA1E1A3}"/>
              </a:ext>
            </a:extLst>
          </p:cNvPr>
          <p:cNvSpPr>
            <a:spLocks noGrp="1"/>
          </p:cNvSpPr>
          <p:nvPr>
            <p:ph type="ftr" sz="quarter" idx="16"/>
          </p:nvPr>
        </p:nvSpPr>
        <p:spPr>
          <a:xfrm>
            <a:off x="5157368" y="6309360"/>
            <a:ext cx="1444752" cy="548640"/>
          </a:xfrm>
        </p:spPr>
        <p:txBody>
          <a:bodyPr lIns="91440" rIns="91440"/>
          <a:lstStyle>
            <a:lvl1pPr algn="l">
              <a:defRPr b="0"/>
            </a:lvl1pPr>
          </a:lstStyle>
          <a:p>
            <a:endParaRPr lang="en-US" b="0" dirty="0"/>
          </a:p>
        </p:txBody>
      </p:sp>
      <p:sp>
        <p:nvSpPr>
          <p:cNvPr id="15" name="Date Placeholder 14">
            <a:extLst>
              <a:ext uri="{FF2B5EF4-FFF2-40B4-BE49-F238E27FC236}">
                <a16:creationId xmlns:a16="http://schemas.microsoft.com/office/drawing/2014/main" id="{D1819327-8877-34E6-BAFE-8B1ADD1A026A}"/>
              </a:ext>
            </a:extLst>
          </p:cNvPr>
          <p:cNvSpPr>
            <a:spLocks noGrp="1"/>
          </p:cNvSpPr>
          <p:nvPr>
            <p:ph type="dt" sz="half" idx="15"/>
          </p:nvPr>
        </p:nvSpPr>
        <p:spPr/>
        <p:txBody>
          <a:bodyPr/>
          <a:lstStyle>
            <a:lvl1pPr>
              <a:defRPr b="0"/>
            </a:lvl1pPr>
          </a:lstStyle>
          <a:p>
            <a:fld id="{375FA41B-5F76-41CD-B49E-9A2C1EDBDC1C}" type="datetime1">
              <a:rPr lang="en-US" smtClean="0"/>
              <a:t>2/2/2026</a:t>
            </a:fld>
            <a:endParaRPr lang="en-US" b="0" dirty="0"/>
          </a:p>
        </p:txBody>
      </p:sp>
      <p:sp>
        <p:nvSpPr>
          <p:cNvPr id="17" name="Slide Number Placeholder 16">
            <a:extLst>
              <a:ext uri="{FF2B5EF4-FFF2-40B4-BE49-F238E27FC236}">
                <a16:creationId xmlns:a16="http://schemas.microsoft.com/office/drawing/2014/main" id="{8D186B16-8BC2-A5C9-BAAE-FADB9B1DADA6}"/>
              </a:ext>
            </a:extLst>
          </p:cNvPr>
          <p:cNvSpPr>
            <a:spLocks noGrp="1"/>
          </p:cNvSpPr>
          <p:nvPr>
            <p:ph type="sldNum" sz="quarter" idx="17"/>
          </p:nvPr>
        </p:nvSpPr>
        <p:spPr/>
        <p:txBody>
          <a:bodyPr/>
          <a:lstStyle>
            <a:lvl1pPr>
              <a:defRPr b="0"/>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46300466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5800" y="683319"/>
            <a:ext cx="6355080" cy="1280160"/>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85800" y="2103120"/>
            <a:ext cx="635508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624831" y="0"/>
            <a:ext cx="4567169"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16" name="Footer Placeholder 15">
            <a:extLst>
              <a:ext uri="{FF2B5EF4-FFF2-40B4-BE49-F238E27FC236}">
                <a16:creationId xmlns:a16="http://schemas.microsoft.com/office/drawing/2014/main" id="{18C2F483-D495-8615-D65D-DA8600D576F9}"/>
              </a:ext>
            </a:extLst>
          </p:cNvPr>
          <p:cNvSpPr>
            <a:spLocks noGrp="1"/>
          </p:cNvSpPr>
          <p:nvPr>
            <p:ph type="ftr" sz="quarter" idx="16"/>
          </p:nvPr>
        </p:nvSpPr>
        <p:spPr/>
        <p:txBody>
          <a:bodyPr/>
          <a:lstStyle>
            <a:lvl1pPr>
              <a:defRPr b="1"/>
            </a:lvl1pPr>
          </a:lstStyle>
          <a:p>
            <a:endParaRPr lang="en-US" b="1" dirty="0"/>
          </a:p>
        </p:txBody>
      </p:sp>
      <p:sp>
        <p:nvSpPr>
          <p:cNvPr id="15" name="Date Placeholder 14">
            <a:extLst>
              <a:ext uri="{FF2B5EF4-FFF2-40B4-BE49-F238E27FC236}">
                <a16:creationId xmlns:a16="http://schemas.microsoft.com/office/drawing/2014/main" id="{85C5EF50-1752-13E9-6E42-5841ABC0FBEA}"/>
              </a:ext>
            </a:extLst>
          </p:cNvPr>
          <p:cNvSpPr>
            <a:spLocks noGrp="1"/>
          </p:cNvSpPr>
          <p:nvPr>
            <p:ph type="dt" sz="half" idx="15"/>
          </p:nvPr>
        </p:nvSpPr>
        <p:spPr>
          <a:xfrm>
            <a:off x="6126480" y="6309360"/>
            <a:ext cx="914400" cy="548640"/>
          </a:xfrm>
        </p:spPr>
        <p:txBody>
          <a:bodyPr lIns="91440" rIns="91440"/>
          <a:lstStyle>
            <a:lvl1pPr algn="r">
              <a:defRPr b="1"/>
            </a:lvl1pPr>
          </a:lstStyle>
          <a:p>
            <a:fld id="{88367745-4856-49AE-A6C9-D1DAB93EF8FA}" type="datetime1">
              <a:rPr lang="en-US" smtClean="0"/>
              <a:t>2/2/2026</a:t>
            </a:fld>
            <a:endParaRPr lang="en-US" b="1" dirty="0"/>
          </a:p>
        </p:txBody>
      </p:sp>
      <p:sp>
        <p:nvSpPr>
          <p:cNvPr id="17" name="Slide Number Placeholder 16">
            <a:extLst>
              <a:ext uri="{FF2B5EF4-FFF2-40B4-BE49-F238E27FC236}">
                <a16:creationId xmlns:a16="http://schemas.microsoft.com/office/drawing/2014/main" id="{88303AB8-17D0-98A6-4FC4-DA144A3C3D03}"/>
              </a:ext>
            </a:extLst>
          </p:cNvPr>
          <p:cNvSpPr>
            <a:spLocks noGrp="1"/>
          </p:cNvSpPr>
          <p:nvPr>
            <p:ph type="sldNum" sz="quarter" idx="17"/>
          </p:nvPr>
        </p:nvSpPr>
        <p:spPr/>
        <p:txBody>
          <a:bodyPr/>
          <a:lstStyle>
            <a:lvl1pPr>
              <a:defRPr b="1"/>
            </a:lvl1pPr>
          </a:lstStyle>
          <a:p>
            <a:fld id="{AEAA3239-9EA4-4A65-A281-97F994456D9F}" type="slidenum">
              <a:rPr lang="en-US" smtClean="0"/>
              <a:pPr/>
              <a:t>‹#›</a:t>
            </a:fld>
            <a:endParaRPr lang="en-US" b="1" dirty="0"/>
          </a:p>
        </p:txBody>
      </p:sp>
    </p:spTree>
    <p:extLst>
      <p:ext uri="{BB962C8B-B14F-4D97-AF65-F5344CB8AC3E}">
        <p14:creationId xmlns:p14="http://schemas.microsoft.com/office/powerpoint/2010/main" val="4674228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2">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5800" y="685800"/>
            <a:ext cx="10789920" cy="822960"/>
          </a:xfrm>
        </p:spPr>
        <p:txBody>
          <a:bodyPr anchor="b"/>
          <a:lstStyle>
            <a:lvl1pPr>
              <a:defRPr>
                <a:solidFill>
                  <a:schemeClr val="accent3"/>
                </a:soli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85800" y="1929384"/>
            <a:ext cx="4800600" cy="403013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5998699" y="1929384"/>
            <a:ext cx="6193299" cy="4928616"/>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a:buNone/>
              <a:defRPr lang="en-US" dirty="0"/>
            </a:lvl1pPr>
          </a:lstStyle>
          <a:p>
            <a:pPr marL="228600" lvl="0" indent="-228600"/>
            <a:r>
              <a:rPr lang="en-US" dirty="0"/>
              <a:t>   </a:t>
            </a:r>
          </a:p>
        </p:txBody>
      </p:sp>
      <p:sp>
        <p:nvSpPr>
          <p:cNvPr id="5" name="Footer Placeholder 4">
            <a:extLst>
              <a:ext uri="{FF2B5EF4-FFF2-40B4-BE49-F238E27FC236}">
                <a16:creationId xmlns:a16="http://schemas.microsoft.com/office/drawing/2014/main" id="{E1855EEC-64A7-8557-00F2-34BAD55D7715}"/>
              </a:ext>
            </a:extLst>
          </p:cNvPr>
          <p:cNvSpPr>
            <a:spLocks noGrp="1"/>
          </p:cNvSpPr>
          <p:nvPr>
            <p:ph type="ftr" sz="quarter" idx="16"/>
          </p:nvPr>
        </p:nvSpPr>
        <p:spPr/>
        <p:txBody>
          <a:bodyPr/>
          <a:lstStyle>
            <a:lvl1pPr>
              <a:defRPr b="0"/>
            </a:lvl1pPr>
          </a:lstStyle>
          <a:p>
            <a:endParaRPr lang="en-US" b="0" dirty="0"/>
          </a:p>
        </p:txBody>
      </p:sp>
      <p:sp>
        <p:nvSpPr>
          <p:cNvPr id="3" name="Date Placeholder 2">
            <a:extLst>
              <a:ext uri="{FF2B5EF4-FFF2-40B4-BE49-F238E27FC236}">
                <a16:creationId xmlns:a16="http://schemas.microsoft.com/office/drawing/2014/main" id="{28B5ECB5-3EA6-02B7-F063-A5E730E7FD12}"/>
              </a:ext>
            </a:extLst>
          </p:cNvPr>
          <p:cNvSpPr>
            <a:spLocks noGrp="1"/>
          </p:cNvSpPr>
          <p:nvPr>
            <p:ph type="dt" sz="half" idx="15"/>
          </p:nvPr>
        </p:nvSpPr>
        <p:spPr>
          <a:xfrm>
            <a:off x="4572000" y="6309360"/>
            <a:ext cx="914400" cy="548640"/>
          </a:xfrm>
        </p:spPr>
        <p:txBody>
          <a:bodyPr lIns="91440" rIns="91440"/>
          <a:lstStyle>
            <a:lvl1pPr algn="r">
              <a:defRPr b="0"/>
            </a:lvl1pPr>
          </a:lstStyle>
          <a:p>
            <a:fld id="{3EB76EE7-2380-45A8-B8C0-428576EBCDCC}" type="datetime1">
              <a:rPr lang="en-US" smtClean="0"/>
              <a:t>2/2/2026</a:t>
            </a:fld>
            <a:endParaRPr lang="en-US" b="0" dirty="0"/>
          </a:p>
        </p:txBody>
      </p:sp>
      <p:sp>
        <p:nvSpPr>
          <p:cNvPr id="6" name="Slide Number Placeholder 5">
            <a:extLst>
              <a:ext uri="{FF2B5EF4-FFF2-40B4-BE49-F238E27FC236}">
                <a16:creationId xmlns:a16="http://schemas.microsoft.com/office/drawing/2014/main" id="{D14ADD5B-B467-5C77-6425-DA88FE2B1475}"/>
              </a:ext>
            </a:extLst>
          </p:cNvPr>
          <p:cNvSpPr>
            <a:spLocks noGrp="1"/>
          </p:cNvSpPr>
          <p:nvPr>
            <p:ph type="sldNum" sz="quarter" idx="17"/>
          </p:nvPr>
        </p:nvSpPr>
        <p:spPr/>
        <p:txBody>
          <a:bodyPr/>
          <a:lstStyle>
            <a:lvl1pPr>
              <a:defRPr b="0"/>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3459702479"/>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5800" y="685800"/>
            <a:ext cx="10794053" cy="822960"/>
          </a:xfrm>
        </p:spPr>
        <p:txBody>
          <a:bodyPr anchor="b"/>
          <a:lstStyle>
            <a:lvl1pPr>
              <a:defRPr>
                <a:solidFill>
                  <a:schemeClr val="accent3"/>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85800" y="1929384"/>
            <a:ext cx="4637269" cy="42076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Picture Placeholder 5">
            <a:extLst>
              <a:ext uri="{FF2B5EF4-FFF2-40B4-BE49-F238E27FC236}">
                <a16:creationId xmlns:a16="http://schemas.microsoft.com/office/drawing/2014/main" id="{71A5194B-746E-D0FD-A7D1-71D10560BCCE}"/>
              </a:ext>
            </a:extLst>
          </p:cNvPr>
          <p:cNvSpPr>
            <a:spLocks noGrp="1"/>
          </p:cNvSpPr>
          <p:nvPr>
            <p:ph type="pic" sz="quarter" idx="13" hasCustomPrompt="1"/>
          </p:nvPr>
        </p:nvSpPr>
        <p:spPr>
          <a:xfrm>
            <a:off x="5737861" y="1929756"/>
            <a:ext cx="5741992" cy="4207696"/>
          </a:xfrm>
          <a:custGeom>
            <a:avLst/>
            <a:gdLst>
              <a:gd name="connsiteX0" fmla="*/ 0 w 5560101"/>
              <a:gd name="connsiteY0" fmla="*/ 0 h 4074407"/>
              <a:gd name="connsiteX1" fmla="*/ 5560101 w 5560101"/>
              <a:gd name="connsiteY1" fmla="*/ 0 h 4074407"/>
              <a:gd name="connsiteX2" fmla="*/ 5560101 w 5560101"/>
              <a:gd name="connsiteY2" fmla="*/ 4074407 h 4074407"/>
              <a:gd name="connsiteX3" fmla="*/ 0 w 5560101"/>
              <a:gd name="connsiteY3" fmla="*/ 4074407 h 4074407"/>
            </a:gdLst>
            <a:ahLst/>
            <a:cxnLst>
              <a:cxn ang="0">
                <a:pos x="connsiteX0" y="connsiteY0"/>
              </a:cxn>
              <a:cxn ang="0">
                <a:pos x="connsiteX1" y="connsiteY1"/>
              </a:cxn>
              <a:cxn ang="0">
                <a:pos x="connsiteX2" y="connsiteY2"/>
              </a:cxn>
              <a:cxn ang="0">
                <a:pos x="connsiteX3" y="connsiteY3"/>
              </a:cxn>
            </a:cxnLst>
            <a:rect l="l" t="t" r="r" b="b"/>
            <a:pathLst>
              <a:path w="5560101" h="4074407">
                <a:moveTo>
                  <a:pt x="0" y="0"/>
                </a:moveTo>
                <a:lnTo>
                  <a:pt x="5560101" y="0"/>
                </a:lnTo>
                <a:lnTo>
                  <a:pt x="5560101" y="4074407"/>
                </a:lnTo>
                <a:lnTo>
                  <a:pt x="0" y="4074407"/>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a:buNone/>
              <a:defRPr lang="en-US" dirty="0"/>
            </a:lvl1pPr>
          </a:lstStyle>
          <a:p>
            <a:pPr marL="228600" lvl="0" indent="-228600"/>
            <a:r>
              <a:rPr lang="en-US" dirty="0"/>
              <a:t>   </a:t>
            </a:r>
          </a:p>
        </p:txBody>
      </p:sp>
      <p:sp>
        <p:nvSpPr>
          <p:cNvPr id="5" name="Footer Placeholder 4">
            <a:extLst>
              <a:ext uri="{FF2B5EF4-FFF2-40B4-BE49-F238E27FC236}">
                <a16:creationId xmlns:a16="http://schemas.microsoft.com/office/drawing/2014/main" id="{6A41B650-18FE-DC40-485C-2F6529635CD9}"/>
              </a:ext>
            </a:extLst>
          </p:cNvPr>
          <p:cNvSpPr>
            <a:spLocks noGrp="1"/>
          </p:cNvSpPr>
          <p:nvPr>
            <p:ph type="ftr" sz="quarter" idx="16"/>
          </p:nvPr>
        </p:nvSpPr>
        <p:spPr/>
        <p:txBody>
          <a:bodyPr/>
          <a:lstStyle>
            <a:lvl1pPr>
              <a:defRPr b="0"/>
            </a:lvl1pPr>
          </a:lstStyle>
          <a:p>
            <a:endParaRPr lang="en-US" b="0" dirty="0"/>
          </a:p>
        </p:txBody>
      </p:sp>
      <p:sp>
        <p:nvSpPr>
          <p:cNvPr id="3" name="Date Placeholder 2">
            <a:extLst>
              <a:ext uri="{FF2B5EF4-FFF2-40B4-BE49-F238E27FC236}">
                <a16:creationId xmlns:a16="http://schemas.microsoft.com/office/drawing/2014/main" id="{7B348545-42A7-9AA3-FDA3-0A5D1AE56FB9}"/>
              </a:ext>
            </a:extLst>
          </p:cNvPr>
          <p:cNvSpPr>
            <a:spLocks noGrp="1"/>
          </p:cNvSpPr>
          <p:nvPr>
            <p:ph type="dt" sz="half" idx="15"/>
          </p:nvPr>
        </p:nvSpPr>
        <p:spPr/>
        <p:txBody>
          <a:bodyPr/>
          <a:lstStyle>
            <a:lvl1pPr>
              <a:defRPr b="0"/>
            </a:lvl1pPr>
          </a:lstStyle>
          <a:p>
            <a:fld id="{E16A7A86-5B54-4D41-82BA-BA88ECE08AF3}" type="datetime1">
              <a:rPr lang="en-US" smtClean="0"/>
              <a:t>2/2/2026</a:t>
            </a:fld>
            <a:endParaRPr lang="en-US" b="0" dirty="0"/>
          </a:p>
        </p:txBody>
      </p:sp>
      <p:sp>
        <p:nvSpPr>
          <p:cNvPr id="7" name="Slide Number Placeholder 6">
            <a:extLst>
              <a:ext uri="{FF2B5EF4-FFF2-40B4-BE49-F238E27FC236}">
                <a16:creationId xmlns:a16="http://schemas.microsoft.com/office/drawing/2014/main" id="{FF60A5CF-2AD2-248B-9334-21FE69E9CDDE}"/>
              </a:ext>
            </a:extLst>
          </p:cNvPr>
          <p:cNvSpPr>
            <a:spLocks noGrp="1"/>
          </p:cNvSpPr>
          <p:nvPr>
            <p:ph type="sldNum" sz="quarter" idx="17"/>
          </p:nvPr>
        </p:nvSpPr>
        <p:spPr/>
        <p:txBody>
          <a:bodyPr/>
          <a:lstStyle>
            <a:lvl1pPr>
              <a:defRPr b="0"/>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197651347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5800" y="685800"/>
            <a:ext cx="10789920" cy="822960"/>
          </a:xfrm>
        </p:spPr>
        <p:txBody>
          <a:bodyPr anchor="b"/>
          <a:lstStyle>
            <a:lvl1pPr>
              <a:defRPr>
                <a:solidFill>
                  <a:schemeClr val="accent3"/>
                </a:solidFill>
              </a:defRPr>
            </a:lvl1pPr>
          </a:lstStyle>
          <a:p>
            <a:r>
              <a:rPr lang="en-US" dirty="0"/>
              <a:t>Click to edit Master title style</a:t>
            </a:r>
          </a:p>
        </p:txBody>
      </p:sp>
      <p:sp>
        <p:nvSpPr>
          <p:cNvPr id="12" name="Picture Placeholder 11">
            <a:extLst>
              <a:ext uri="{FF2B5EF4-FFF2-40B4-BE49-F238E27FC236}">
                <a16:creationId xmlns:a16="http://schemas.microsoft.com/office/drawing/2014/main" id="{96F64025-FA05-CC42-8294-F944BC95DD00}"/>
              </a:ext>
            </a:extLst>
          </p:cNvPr>
          <p:cNvSpPr>
            <a:spLocks noGrp="1" noChangeAspect="1"/>
          </p:cNvSpPr>
          <p:nvPr>
            <p:ph type="pic" sz="quarter" idx="13" hasCustomPrompt="1"/>
          </p:nvPr>
        </p:nvSpPr>
        <p:spPr>
          <a:xfrm>
            <a:off x="2" y="1929384"/>
            <a:ext cx="6189429" cy="4928616"/>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a:buNone/>
              <a:defRPr lang="en-US" dirty="0"/>
            </a:lvl1pPr>
          </a:lstStyle>
          <a:p>
            <a:pPr marL="228600" lvl="0" indent="-228600"/>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675120" y="1929384"/>
            <a:ext cx="4800600" cy="403250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48F1B851-608B-7220-2C62-244DD0B1459F}"/>
              </a:ext>
            </a:extLst>
          </p:cNvPr>
          <p:cNvSpPr>
            <a:spLocks noGrp="1"/>
          </p:cNvSpPr>
          <p:nvPr>
            <p:ph type="ftr" sz="quarter" idx="16"/>
          </p:nvPr>
        </p:nvSpPr>
        <p:spPr>
          <a:xfrm>
            <a:off x="6675120" y="6309360"/>
            <a:ext cx="1444752" cy="548640"/>
          </a:xfrm>
        </p:spPr>
        <p:txBody>
          <a:bodyPr lIns="91440" rIns="91440"/>
          <a:lstStyle>
            <a:lvl1pPr algn="l">
              <a:defRPr b="0"/>
            </a:lvl1pPr>
          </a:lstStyle>
          <a:p>
            <a:endParaRPr lang="en-US" b="0" dirty="0"/>
          </a:p>
        </p:txBody>
      </p:sp>
      <p:sp>
        <p:nvSpPr>
          <p:cNvPr id="3" name="Date Placeholder 2">
            <a:extLst>
              <a:ext uri="{FF2B5EF4-FFF2-40B4-BE49-F238E27FC236}">
                <a16:creationId xmlns:a16="http://schemas.microsoft.com/office/drawing/2014/main" id="{4EE344B6-8ED4-0C8A-B0B8-E4C9D63791F1}"/>
              </a:ext>
            </a:extLst>
          </p:cNvPr>
          <p:cNvSpPr>
            <a:spLocks noGrp="1"/>
          </p:cNvSpPr>
          <p:nvPr>
            <p:ph type="dt" sz="half" idx="15"/>
          </p:nvPr>
        </p:nvSpPr>
        <p:spPr/>
        <p:txBody>
          <a:bodyPr/>
          <a:lstStyle>
            <a:lvl1pPr>
              <a:defRPr b="0"/>
            </a:lvl1pPr>
          </a:lstStyle>
          <a:p>
            <a:fld id="{72462FC5-90E4-4DDE-883F-FF979CED633F}" type="datetime1">
              <a:rPr lang="en-US" smtClean="0"/>
              <a:t>2/2/2026</a:t>
            </a:fld>
            <a:endParaRPr lang="en-US" b="0" dirty="0"/>
          </a:p>
        </p:txBody>
      </p:sp>
      <p:sp>
        <p:nvSpPr>
          <p:cNvPr id="6" name="Slide Number Placeholder 5">
            <a:extLst>
              <a:ext uri="{FF2B5EF4-FFF2-40B4-BE49-F238E27FC236}">
                <a16:creationId xmlns:a16="http://schemas.microsoft.com/office/drawing/2014/main" id="{AE56488B-0EEA-1A94-5A62-0F33581B0BA6}"/>
              </a:ext>
            </a:extLst>
          </p:cNvPr>
          <p:cNvSpPr>
            <a:spLocks noGrp="1"/>
          </p:cNvSpPr>
          <p:nvPr>
            <p:ph type="sldNum" sz="quarter" idx="17"/>
          </p:nvPr>
        </p:nvSpPr>
        <p:spPr/>
        <p:txBody>
          <a:bodyPr/>
          <a:lstStyle>
            <a:lvl1pPr>
              <a:defRPr b="0"/>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363200255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636008" y="685800"/>
            <a:ext cx="6858000" cy="914400"/>
          </a:xfrm>
        </p:spPr>
        <p:txBody>
          <a:bodyPr anchor="b"/>
          <a:lstStyle/>
          <a:p>
            <a:r>
              <a:rPr lang="en-US" dirty="0"/>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23360"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636008" y="1737360"/>
            <a:ext cx="6858000" cy="44805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ooter Placeholder 12">
            <a:extLst>
              <a:ext uri="{FF2B5EF4-FFF2-40B4-BE49-F238E27FC236}">
                <a16:creationId xmlns:a16="http://schemas.microsoft.com/office/drawing/2014/main" id="{1896DE65-117D-2465-6BE7-21C9A149D165}"/>
              </a:ext>
            </a:extLst>
          </p:cNvPr>
          <p:cNvSpPr>
            <a:spLocks noGrp="1"/>
          </p:cNvSpPr>
          <p:nvPr>
            <p:ph type="ftr" sz="quarter" idx="16"/>
          </p:nvPr>
        </p:nvSpPr>
        <p:spPr>
          <a:xfrm>
            <a:off x="4636008" y="6309360"/>
            <a:ext cx="1444752" cy="548640"/>
          </a:xfrm>
        </p:spPr>
        <p:txBody>
          <a:bodyPr lIns="91440" rIns="91440"/>
          <a:lstStyle>
            <a:lvl1pPr algn="l">
              <a:defRPr b="0"/>
            </a:lvl1pPr>
          </a:lstStyle>
          <a:p>
            <a:endParaRPr lang="en-US" b="0" dirty="0"/>
          </a:p>
        </p:txBody>
      </p:sp>
      <p:sp>
        <p:nvSpPr>
          <p:cNvPr id="12" name="Date Placeholder 11">
            <a:extLst>
              <a:ext uri="{FF2B5EF4-FFF2-40B4-BE49-F238E27FC236}">
                <a16:creationId xmlns:a16="http://schemas.microsoft.com/office/drawing/2014/main" id="{BEAF1A48-6BB3-ACD3-DB15-8F9DA66C555D}"/>
              </a:ext>
            </a:extLst>
          </p:cNvPr>
          <p:cNvSpPr>
            <a:spLocks noGrp="1"/>
          </p:cNvSpPr>
          <p:nvPr>
            <p:ph type="dt" sz="half" idx="15"/>
          </p:nvPr>
        </p:nvSpPr>
        <p:spPr/>
        <p:txBody>
          <a:bodyPr/>
          <a:lstStyle>
            <a:lvl1pPr>
              <a:defRPr b="0"/>
            </a:lvl1pPr>
          </a:lstStyle>
          <a:p>
            <a:fld id="{262EF1AD-4170-453C-B59E-FD92AD0FDED9}" type="datetime1">
              <a:rPr lang="en-US" smtClean="0"/>
              <a:t>2/2/2026</a:t>
            </a:fld>
            <a:endParaRPr lang="en-US" b="0" dirty="0"/>
          </a:p>
        </p:txBody>
      </p:sp>
      <p:sp>
        <p:nvSpPr>
          <p:cNvPr id="14" name="Slide Number Placeholder 13">
            <a:extLst>
              <a:ext uri="{FF2B5EF4-FFF2-40B4-BE49-F238E27FC236}">
                <a16:creationId xmlns:a16="http://schemas.microsoft.com/office/drawing/2014/main" id="{B415E3A1-7470-0D90-97BB-7526A64B4DEC}"/>
              </a:ext>
            </a:extLst>
          </p:cNvPr>
          <p:cNvSpPr>
            <a:spLocks noGrp="1"/>
          </p:cNvSpPr>
          <p:nvPr>
            <p:ph type="sldNum" sz="quarter" idx="17"/>
          </p:nvPr>
        </p:nvSpPr>
        <p:spPr/>
        <p:txBody>
          <a:bodyPr/>
          <a:lstStyle>
            <a:lvl1pPr>
              <a:defRPr b="0"/>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173856812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5800" y="685800"/>
            <a:ext cx="6812280" cy="914400"/>
          </a:xfrm>
        </p:spPr>
        <p:txBody>
          <a:bodyPr anchor="b"/>
          <a:lstStyle/>
          <a:p>
            <a:r>
              <a:rPr lang="en-US" dirty="0"/>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85800" y="1737360"/>
            <a:ext cx="6812280" cy="44805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13" name="Footer Placeholder 12">
            <a:extLst>
              <a:ext uri="{FF2B5EF4-FFF2-40B4-BE49-F238E27FC236}">
                <a16:creationId xmlns:a16="http://schemas.microsoft.com/office/drawing/2014/main" id="{2ECEE378-E274-E926-096B-A8B854278FA6}"/>
              </a:ext>
            </a:extLst>
          </p:cNvPr>
          <p:cNvSpPr>
            <a:spLocks noGrp="1"/>
          </p:cNvSpPr>
          <p:nvPr>
            <p:ph type="ftr" sz="quarter" idx="16"/>
          </p:nvPr>
        </p:nvSpPr>
        <p:spPr/>
        <p:txBody>
          <a:bodyPr/>
          <a:lstStyle>
            <a:lvl1pPr>
              <a:defRPr b="0"/>
            </a:lvl1pPr>
          </a:lstStyle>
          <a:p>
            <a:endParaRPr lang="en-US" b="0" dirty="0"/>
          </a:p>
        </p:txBody>
      </p:sp>
      <p:sp>
        <p:nvSpPr>
          <p:cNvPr id="12" name="Date Placeholder 11">
            <a:extLst>
              <a:ext uri="{FF2B5EF4-FFF2-40B4-BE49-F238E27FC236}">
                <a16:creationId xmlns:a16="http://schemas.microsoft.com/office/drawing/2014/main" id="{B1243D9C-0834-615A-B649-E632756F21F8}"/>
              </a:ext>
            </a:extLst>
          </p:cNvPr>
          <p:cNvSpPr>
            <a:spLocks noGrp="1"/>
          </p:cNvSpPr>
          <p:nvPr>
            <p:ph type="dt" sz="half" idx="15"/>
          </p:nvPr>
        </p:nvSpPr>
        <p:spPr>
          <a:xfrm>
            <a:off x="6583680" y="6309360"/>
            <a:ext cx="914400" cy="548640"/>
          </a:xfrm>
        </p:spPr>
        <p:txBody>
          <a:bodyPr lIns="91440" rIns="91440"/>
          <a:lstStyle>
            <a:lvl1pPr algn="r">
              <a:defRPr b="0"/>
            </a:lvl1pPr>
          </a:lstStyle>
          <a:p>
            <a:fld id="{44B74F20-C0BB-4D94-B309-38BDB995C3C2}" type="datetime1">
              <a:rPr lang="en-US" smtClean="0"/>
              <a:t>2/2/2026</a:t>
            </a:fld>
            <a:endParaRPr lang="en-US" b="0" dirty="0"/>
          </a:p>
        </p:txBody>
      </p:sp>
      <p:sp>
        <p:nvSpPr>
          <p:cNvPr id="14" name="Slide Number Placeholder 13">
            <a:extLst>
              <a:ext uri="{FF2B5EF4-FFF2-40B4-BE49-F238E27FC236}">
                <a16:creationId xmlns:a16="http://schemas.microsoft.com/office/drawing/2014/main" id="{0AD180D2-D0B3-DC9C-4936-A37A5DA4A176}"/>
              </a:ext>
            </a:extLst>
          </p:cNvPr>
          <p:cNvSpPr>
            <a:spLocks noGrp="1"/>
          </p:cNvSpPr>
          <p:nvPr>
            <p:ph type="sldNum" sz="quarter" idx="17"/>
          </p:nvPr>
        </p:nvSpPr>
        <p:spPr/>
        <p:txBody>
          <a:bodyPr/>
          <a:lstStyle>
            <a:lvl1pPr>
              <a:defRPr b="0"/>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299020323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5800" y="685800"/>
            <a:ext cx="4599431" cy="1269482"/>
          </a:xfrm>
        </p:spPr>
        <p:txBody>
          <a:bodyPr anchor="t">
            <a:normAutofit/>
          </a:bodyPr>
          <a:lstStyle>
            <a:lvl1pPr>
              <a:defRPr sz="28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20468" y="2173850"/>
            <a:ext cx="4564763" cy="3963682"/>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905563" y="732155"/>
            <a:ext cx="5577840" cy="540537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AB2D4D09-E82C-B2F9-ABEA-3B875C8BF2F9}"/>
              </a:ext>
            </a:extLst>
          </p:cNvPr>
          <p:cNvSpPr>
            <a:spLocks noGrp="1"/>
          </p:cNvSpPr>
          <p:nvPr>
            <p:ph type="ftr" sz="quarter" idx="16"/>
          </p:nvPr>
        </p:nvSpPr>
        <p:spPr/>
        <p:txBody>
          <a:bodyPr/>
          <a:lstStyle>
            <a:lvl1pPr>
              <a:defRPr b="0"/>
            </a:lvl1pPr>
          </a:lstStyle>
          <a:p>
            <a:endParaRPr lang="en-US" b="0" dirty="0"/>
          </a:p>
        </p:txBody>
      </p:sp>
      <p:sp>
        <p:nvSpPr>
          <p:cNvPr id="3" name="Date Placeholder 2">
            <a:extLst>
              <a:ext uri="{FF2B5EF4-FFF2-40B4-BE49-F238E27FC236}">
                <a16:creationId xmlns:a16="http://schemas.microsoft.com/office/drawing/2014/main" id="{83C02B8D-0ADF-A11C-5121-599A31B18989}"/>
              </a:ext>
            </a:extLst>
          </p:cNvPr>
          <p:cNvSpPr>
            <a:spLocks noGrp="1"/>
          </p:cNvSpPr>
          <p:nvPr>
            <p:ph type="dt" sz="half" idx="15"/>
          </p:nvPr>
        </p:nvSpPr>
        <p:spPr/>
        <p:txBody>
          <a:bodyPr/>
          <a:lstStyle>
            <a:lvl1pPr>
              <a:defRPr b="0"/>
            </a:lvl1pPr>
          </a:lstStyle>
          <a:p>
            <a:fld id="{7D3A4631-D991-4A9E-B46A-5EF9ABB1988C}" type="datetime1">
              <a:rPr lang="en-US" smtClean="0"/>
              <a:t>2/2/2026</a:t>
            </a:fld>
            <a:endParaRPr lang="en-US" b="0" dirty="0"/>
          </a:p>
        </p:txBody>
      </p:sp>
      <p:sp>
        <p:nvSpPr>
          <p:cNvPr id="9" name="Slide Number Placeholder 8">
            <a:extLst>
              <a:ext uri="{FF2B5EF4-FFF2-40B4-BE49-F238E27FC236}">
                <a16:creationId xmlns:a16="http://schemas.microsoft.com/office/drawing/2014/main" id="{61E2F665-EA6F-42DF-E0C8-3A454ADCE2FF}"/>
              </a:ext>
            </a:extLst>
          </p:cNvPr>
          <p:cNvSpPr>
            <a:spLocks noGrp="1"/>
          </p:cNvSpPr>
          <p:nvPr>
            <p:ph type="sldNum" sz="quarter" idx="17"/>
          </p:nvPr>
        </p:nvSpPr>
        <p:spPr/>
        <p:txBody>
          <a:bodyPr/>
          <a:lstStyle>
            <a:lvl1pPr>
              <a:defRPr b="0"/>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137403429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5800" y="685800"/>
            <a:ext cx="3696859" cy="1316347"/>
          </a:xfrm>
        </p:spPr>
        <p:txBody>
          <a:bodyPr anchor="t">
            <a:normAutofit/>
          </a:bodyPr>
          <a:lstStyle>
            <a:lvl1pPr>
              <a:defRPr sz="28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31521" y="2295145"/>
            <a:ext cx="3540760" cy="3853758"/>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28616" y="685800"/>
            <a:ext cx="6583680" cy="5486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Footer Placeholder 11">
            <a:extLst>
              <a:ext uri="{FF2B5EF4-FFF2-40B4-BE49-F238E27FC236}">
                <a16:creationId xmlns:a16="http://schemas.microsoft.com/office/drawing/2014/main" id="{C34F1205-3AF5-4F37-74F5-48272216412E}"/>
              </a:ext>
            </a:extLst>
          </p:cNvPr>
          <p:cNvSpPr>
            <a:spLocks noGrp="1"/>
          </p:cNvSpPr>
          <p:nvPr>
            <p:ph type="ftr" sz="quarter" idx="16"/>
          </p:nvPr>
        </p:nvSpPr>
        <p:spPr/>
        <p:txBody>
          <a:bodyPr/>
          <a:lstStyle/>
          <a:p>
            <a:endParaRPr lang="en-US" sz="900" dirty="0"/>
          </a:p>
        </p:txBody>
      </p:sp>
      <p:sp>
        <p:nvSpPr>
          <p:cNvPr id="10" name="Date Placeholder 9">
            <a:extLst>
              <a:ext uri="{FF2B5EF4-FFF2-40B4-BE49-F238E27FC236}">
                <a16:creationId xmlns:a16="http://schemas.microsoft.com/office/drawing/2014/main" id="{7ED8BD35-A31C-E5F7-034A-D16A1ED517CB}"/>
              </a:ext>
            </a:extLst>
          </p:cNvPr>
          <p:cNvSpPr>
            <a:spLocks noGrp="1"/>
          </p:cNvSpPr>
          <p:nvPr>
            <p:ph type="dt" sz="half" idx="15"/>
          </p:nvPr>
        </p:nvSpPr>
        <p:spPr/>
        <p:txBody>
          <a:bodyPr/>
          <a:lstStyle/>
          <a:p>
            <a:fld id="{E79B0CB9-6F49-43E8-A6A7-0A4878A4BB79}" type="datetime1">
              <a:rPr lang="en-US" smtClean="0"/>
              <a:t>2/2/2026</a:t>
            </a:fld>
            <a:endParaRPr lang="en-US" sz="900" dirty="0"/>
          </a:p>
        </p:txBody>
      </p:sp>
      <p:sp>
        <p:nvSpPr>
          <p:cNvPr id="13" name="Slide Number Placeholder 12">
            <a:extLst>
              <a:ext uri="{FF2B5EF4-FFF2-40B4-BE49-F238E27FC236}">
                <a16:creationId xmlns:a16="http://schemas.microsoft.com/office/drawing/2014/main" id="{0B842F13-DBA9-56D9-62B0-1F24805D0AE3}"/>
              </a:ext>
            </a:extLst>
          </p:cNvPr>
          <p:cNvSpPr>
            <a:spLocks noGrp="1"/>
          </p:cNvSpPr>
          <p:nvPr>
            <p:ph type="sldNum" sz="quarter" idx="17"/>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307224240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5800" y="685800"/>
            <a:ext cx="5120640" cy="5486400"/>
          </a:xfrm>
        </p:spPr>
        <p:txBody>
          <a:bodyPr anchor="ctr" anchorCtr="0">
            <a:normAutofit/>
          </a:bodyPr>
          <a:lstStyle>
            <a:lvl1pPr>
              <a:defRPr sz="40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189785" y="0"/>
            <a:ext cx="2340864" cy="2340864"/>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6885432" y="3913632"/>
            <a:ext cx="4620768" cy="2011680"/>
          </a:xfrm>
        </p:spPr>
        <p:txBody>
          <a:bodyPr>
            <a:norm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8DCB4B8C-D716-BC75-87A3-6CAD8894832C}"/>
              </a:ext>
            </a:extLst>
          </p:cNvPr>
          <p:cNvCxnSpPr>
            <a:cxnSpLocks/>
          </p:cNvCxnSpPr>
          <p:nvPr userDrawn="1"/>
        </p:nvCxnSpPr>
        <p:spPr>
          <a:xfrm>
            <a:off x="6189785" y="3297117"/>
            <a:ext cx="6002215" cy="0"/>
          </a:xfrm>
          <a:prstGeom prst="line">
            <a:avLst/>
          </a:prstGeom>
          <a:ln w="53975">
            <a:solidFill>
              <a:srgbClr val="0F5337"/>
            </a:solidFill>
          </a:ln>
        </p:spPr>
        <p:style>
          <a:lnRef idx="2">
            <a:schemeClr val="accent1"/>
          </a:lnRef>
          <a:fillRef idx="0">
            <a:schemeClr val="accent1"/>
          </a:fillRef>
          <a:effectRef idx="1">
            <a:schemeClr val="accent1"/>
          </a:effectRef>
          <a:fontRef idx="minor">
            <a:schemeClr val="tx1"/>
          </a:fontRef>
        </p:style>
      </p:cxnSp>
      <p:sp>
        <p:nvSpPr>
          <p:cNvPr id="13" name="Footer Placeholder 12">
            <a:extLst>
              <a:ext uri="{FF2B5EF4-FFF2-40B4-BE49-F238E27FC236}">
                <a16:creationId xmlns:a16="http://schemas.microsoft.com/office/drawing/2014/main" id="{A761FCD4-EA5E-1C01-65C1-6164497A8E24}"/>
              </a:ext>
            </a:extLst>
          </p:cNvPr>
          <p:cNvSpPr>
            <a:spLocks noGrp="1"/>
          </p:cNvSpPr>
          <p:nvPr>
            <p:ph type="ftr" sz="quarter" idx="16"/>
          </p:nvPr>
        </p:nvSpPr>
        <p:spPr/>
        <p:txBody>
          <a:bodyPr/>
          <a:lstStyle/>
          <a:p>
            <a:endParaRPr lang="en-US" sz="900" dirty="0"/>
          </a:p>
        </p:txBody>
      </p:sp>
      <p:sp>
        <p:nvSpPr>
          <p:cNvPr id="12" name="Date Placeholder 11">
            <a:extLst>
              <a:ext uri="{FF2B5EF4-FFF2-40B4-BE49-F238E27FC236}">
                <a16:creationId xmlns:a16="http://schemas.microsoft.com/office/drawing/2014/main" id="{264E1D59-D2A3-284E-8E5E-EB453269E03F}"/>
              </a:ext>
            </a:extLst>
          </p:cNvPr>
          <p:cNvSpPr>
            <a:spLocks noGrp="1"/>
          </p:cNvSpPr>
          <p:nvPr>
            <p:ph type="dt" sz="half" idx="15"/>
          </p:nvPr>
        </p:nvSpPr>
        <p:spPr/>
        <p:txBody>
          <a:bodyPr/>
          <a:lstStyle/>
          <a:p>
            <a:fld id="{08B8947E-AADD-4C65-AABF-6CEA28A0E349}" type="datetime1">
              <a:rPr lang="en-US" smtClean="0"/>
              <a:t>2/2/2026</a:t>
            </a:fld>
            <a:endParaRPr lang="en-US" sz="900" dirty="0"/>
          </a:p>
        </p:txBody>
      </p:sp>
      <p:sp>
        <p:nvSpPr>
          <p:cNvPr id="14" name="Slide Number Placeholder 13">
            <a:extLst>
              <a:ext uri="{FF2B5EF4-FFF2-40B4-BE49-F238E27FC236}">
                <a16:creationId xmlns:a16="http://schemas.microsoft.com/office/drawing/2014/main" id="{CAAD00E0-B824-14C5-DE42-74FEFE348DDB}"/>
              </a:ext>
            </a:extLst>
          </p:cNvPr>
          <p:cNvSpPr>
            <a:spLocks noGrp="1"/>
          </p:cNvSpPr>
          <p:nvPr>
            <p:ph type="sldNum" sz="quarter" idx="17"/>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93732854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2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419600" y="685800"/>
            <a:ext cx="7086600" cy="1994799"/>
          </a:xfrm>
        </p:spPr>
        <p:txBody>
          <a:bodyPr anchor="b" anchorCtr="0">
            <a:normAutofit/>
          </a:bodyPr>
          <a:lstStyle>
            <a:lvl1pPr>
              <a:defRPr sz="40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85800" y="1849317"/>
            <a:ext cx="2895600" cy="28956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419600" y="3913632"/>
            <a:ext cx="3657600" cy="2286000"/>
          </a:xfrm>
        </p:spPr>
        <p:txBody>
          <a:bodyPr>
            <a:normAutofit/>
          </a:bodyPr>
          <a:lstStyle>
            <a:lvl1pPr>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3" name="Straight Connector 2">
            <a:extLst>
              <a:ext uri="{FF2B5EF4-FFF2-40B4-BE49-F238E27FC236}">
                <a16:creationId xmlns:a16="http://schemas.microsoft.com/office/drawing/2014/main" id="{8DCB4B8C-D716-BC75-87A3-6CAD8894832C}"/>
              </a:ext>
            </a:extLst>
          </p:cNvPr>
          <p:cNvCxnSpPr>
            <a:cxnSpLocks/>
          </p:cNvCxnSpPr>
          <p:nvPr userDrawn="1"/>
        </p:nvCxnSpPr>
        <p:spPr>
          <a:xfrm>
            <a:off x="4419600" y="3297117"/>
            <a:ext cx="7772400" cy="0"/>
          </a:xfrm>
          <a:prstGeom prst="line">
            <a:avLst/>
          </a:prstGeom>
          <a:ln w="53975">
            <a:solidFill>
              <a:srgbClr val="0F5337"/>
            </a:solidFill>
          </a:ln>
        </p:spPr>
        <p:style>
          <a:lnRef idx="2">
            <a:schemeClr val="accent1"/>
          </a:lnRef>
          <a:fillRef idx="0">
            <a:schemeClr val="accent1"/>
          </a:fillRef>
          <a:effectRef idx="1">
            <a:schemeClr val="accent1"/>
          </a:effectRef>
          <a:fontRef idx="minor">
            <a:schemeClr val="tx1"/>
          </a:fontRef>
        </p:style>
      </p:cxnSp>
      <p:sp>
        <p:nvSpPr>
          <p:cNvPr id="13" name="Footer Placeholder 12">
            <a:extLst>
              <a:ext uri="{FF2B5EF4-FFF2-40B4-BE49-F238E27FC236}">
                <a16:creationId xmlns:a16="http://schemas.microsoft.com/office/drawing/2014/main" id="{A761FCD4-EA5E-1C01-65C1-6164497A8E24}"/>
              </a:ext>
            </a:extLst>
          </p:cNvPr>
          <p:cNvSpPr>
            <a:spLocks noGrp="1"/>
          </p:cNvSpPr>
          <p:nvPr>
            <p:ph type="ftr" sz="quarter" idx="16"/>
          </p:nvPr>
        </p:nvSpPr>
        <p:spPr/>
        <p:txBody>
          <a:bodyPr/>
          <a:lstStyle/>
          <a:p>
            <a:endParaRPr lang="en-US" sz="900" dirty="0"/>
          </a:p>
        </p:txBody>
      </p:sp>
      <p:sp>
        <p:nvSpPr>
          <p:cNvPr id="12" name="Date Placeholder 11">
            <a:extLst>
              <a:ext uri="{FF2B5EF4-FFF2-40B4-BE49-F238E27FC236}">
                <a16:creationId xmlns:a16="http://schemas.microsoft.com/office/drawing/2014/main" id="{264E1D59-D2A3-284E-8E5E-EB453269E03F}"/>
              </a:ext>
            </a:extLst>
          </p:cNvPr>
          <p:cNvSpPr>
            <a:spLocks noGrp="1"/>
          </p:cNvSpPr>
          <p:nvPr>
            <p:ph type="dt" sz="half" idx="15"/>
          </p:nvPr>
        </p:nvSpPr>
        <p:spPr/>
        <p:txBody>
          <a:bodyPr/>
          <a:lstStyle/>
          <a:p>
            <a:fld id="{4A44E70E-64FD-4C01-96B7-4D0575065761}" type="datetime1">
              <a:rPr lang="en-US" smtClean="0"/>
              <a:t>2/2/2026</a:t>
            </a:fld>
            <a:endParaRPr lang="en-US" sz="900" dirty="0"/>
          </a:p>
        </p:txBody>
      </p:sp>
      <p:sp>
        <p:nvSpPr>
          <p:cNvPr id="14" name="Slide Number Placeholder 13">
            <a:extLst>
              <a:ext uri="{FF2B5EF4-FFF2-40B4-BE49-F238E27FC236}">
                <a16:creationId xmlns:a16="http://schemas.microsoft.com/office/drawing/2014/main" id="{CAAD00E0-B824-14C5-DE42-74FEFE348DDB}"/>
              </a:ext>
            </a:extLst>
          </p:cNvPr>
          <p:cNvSpPr>
            <a:spLocks noGrp="1"/>
          </p:cNvSpPr>
          <p:nvPr>
            <p:ph type="sldNum" sz="quarter" idx="17"/>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26845715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ntent with Picture 2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5800" y="685800"/>
            <a:ext cx="9204960" cy="1994799"/>
          </a:xfrm>
        </p:spPr>
        <p:txBody>
          <a:bodyPr anchor="b" anchorCtr="0">
            <a:normAutofit/>
          </a:bodyPr>
          <a:lstStyle>
            <a:lvl1pPr>
              <a:defRPr sz="6000">
                <a:solidFill>
                  <a:schemeClr val="accent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685800" y="2971800"/>
            <a:ext cx="4297680" cy="2286000"/>
          </a:xfrm>
        </p:spPr>
        <p:txBody>
          <a:bodyPr>
            <a:normAutofit/>
          </a:bodyPr>
          <a:lstStyle>
            <a:lvl1pPr>
              <a:defRPr sz="1400">
                <a:solidFill>
                  <a:schemeClr val="accent3"/>
                </a:solidFill>
              </a:defRPr>
            </a:lvl1pPr>
            <a:lvl2pPr>
              <a:defRPr sz="1400">
                <a:solidFill>
                  <a:schemeClr val="accent3"/>
                </a:solidFill>
              </a:defRPr>
            </a:lvl2pPr>
            <a:lvl3pPr>
              <a:defRPr sz="1400">
                <a:solidFill>
                  <a:schemeClr val="accent3"/>
                </a:solidFill>
              </a:defRPr>
            </a:lvl3pPr>
            <a:lvl4pPr>
              <a:defRPr sz="1400">
                <a:solidFill>
                  <a:schemeClr val="accent3"/>
                </a:solidFill>
              </a:defRPr>
            </a:lvl4pPr>
            <a:lvl5pPr>
              <a:defRPr sz="1400">
                <a:solidFill>
                  <a:schemeClr val="accent3"/>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867400" y="3947050"/>
            <a:ext cx="4023360" cy="28956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13" name="Footer Placeholder 12">
            <a:extLst>
              <a:ext uri="{FF2B5EF4-FFF2-40B4-BE49-F238E27FC236}">
                <a16:creationId xmlns:a16="http://schemas.microsoft.com/office/drawing/2014/main" id="{A761FCD4-EA5E-1C01-65C1-6164497A8E24}"/>
              </a:ext>
            </a:extLst>
          </p:cNvPr>
          <p:cNvSpPr>
            <a:spLocks noGrp="1"/>
          </p:cNvSpPr>
          <p:nvPr>
            <p:ph type="ftr" sz="quarter" idx="16"/>
          </p:nvPr>
        </p:nvSpPr>
        <p:spPr/>
        <p:txBody>
          <a:bodyPr/>
          <a:lstStyle/>
          <a:p>
            <a:endParaRPr lang="en-US" sz="900" dirty="0"/>
          </a:p>
        </p:txBody>
      </p:sp>
      <p:sp>
        <p:nvSpPr>
          <p:cNvPr id="12" name="Date Placeholder 11">
            <a:extLst>
              <a:ext uri="{FF2B5EF4-FFF2-40B4-BE49-F238E27FC236}">
                <a16:creationId xmlns:a16="http://schemas.microsoft.com/office/drawing/2014/main" id="{264E1D59-D2A3-284E-8E5E-EB453269E03F}"/>
              </a:ext>
            </a:extLst>
          </p:cNvPr>
          <p:cNvSpPr>
            <a:spLocks noGrp="1"/>
          </p:cNvSpPr>
          <p:nvPr>
            <p:ph type="dt" sz="half" idx="15"/>
          </p:nvPr>
        </p:nvSpPr>
        <p:spPr/>
        <p:txBody>
          <a:bodyPr/>
          <a:lstStyle/>
          <a:p>
            <a:fld id="{1A9B7AE2-381D-4479-85FA-DDC6B048397D}" type="datetime1">
              <a:rPr lang="en-US" smtClean="0"/>
              <a:t>2/2/2026</a:t>
            </a:fld>
            <a:endParaRPr lang="en-US" sz="900" dirty="0"/>
          </a:p>
        </p:txBody>
      </p:sp>
      <p:sp>
        <p:nvSpPr>
          <p:cNvPr id="14" name="Slide Number Placeholder 13">
            <a:extLst>
              <a:ext uri="{FF2B5EF4-FFF2-40B4-BE49-F238E27FC236}">
                <a16:creationId xmlns:a16="http://schemas.microsoft.com/office/drawing/2014/main" id="{CAAD00E0-B824-14C5-DE42-74FEFE348DDB}"/>
              </a:ext>
            </a:extLst>
          </p:cNvPr>
          <p:cNvSpPr>
            <a:spLocks noGrp="1"/>
          </p:cNvSpPr>
          <p:nvPr>
            <p:ph type="sldNum" sz="quarter" idx="17"/>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309227952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Number Large">
    <p:bg>
      <p:bgPr>
        <a:solidFill>
          <a:schemeClr val="accent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50E36C6-12C4-A224-626E-2C76DF8CE206}"/>
              </a:ext>
            </a:extLst>
          </p:cNvPr>
          <p:cNvSpPr>
            <a:spLocks noGrp="1"/>
          </p:cNvSpPr>
          <p:nvPr>
            <p:ph type="title"/>
          </p:nvPr>
        </p:nvSpPr>
        <p:spPr>
          <a:xfrm>
            <a:off x="685800" y="4343400"/>
            <a:ext cx="6400800" cy="1554480"/>
          </a:xfrm>
        </p:spPr>
        <p:txBody>
          <a:bodyPr anchor="t">
            <a:normAutofit/>
          </a:bodyPr>
          <a:lstStyle>
            <a:lvl1pPr>
              <a:lnSpc>
                <a:spcPct val="110000"/>
              </a:lnSpc>
              <a:defRPr sz="2600" b="0">
                <a:solidFill>
                  <a:schemeClr val="accent4"/>
                </a:solidFill>
                <a:latin typeface="+mn-lt"/>
              </a:defRPr>
            </a:lvl1pPr>
          </a:lstStyle>
          <a:p>
            <a:r>
              <a:rPr lang="en-US"/>
              <a:t>Click to edit Master title style</a:t>
            </a:r>
          </a:p>
        </p:txBody>
      </p:sp>
      <p:sp>
        <p:nvSpPr>
          <p:cNvPr id="8" name="Footer Placeholder 7">
            <a:extLst>
              <a:ext uri="{FF2B5EF4-FFF2-40B4-BE49-F238E27FC236}">
                <a16:creationId xmlns:a16="http://schemas.microsoft.com/office/drawing/2014/main" id="{CDB53A99-6BE0-BB52-0F56-44CC0927B187}"/>
              </a:ext>
            </a:extLst>
          </p:cNvPr>
          <p:cNvSpPr>
            <a:spLocks noGrp="1"/>
          </p:cNvSpPr>
          <p:nvPr>
            <p:ph type="ftr" sz="quarter" idx="15"/>
          </p:nvPr>
        </p:nvSpPr>
        <p:spPr/>
        <p:txBody>
          <a:bodyPr/>
          <a:lstStyle>
            <a:lvl1pPr>
              <a:defRPr b="0">
                <a:solidFill>
                  <a:schemeClr val="accent5"/>
                </a:solidFill>
              </a:defRPr>
            </a:lvl1pPr>
          </a:lstStyle>
          <a:p>
            <a:endParaRPr lang="en-US" b="0" dirty="0"/>
          </a:p>
        </p:txBody>
      </p:sp>
      <p:sp>
        <p:nvSpPr>
          <p:cNvPr id="6" name="Date Placeholder 5">
            <a:extLst>
              <a:ext uri="{FF2B5EF4-FFF2-40B4-BE49-F238E27FC236}">
                <a16:creationId xmlns:a16="http://schemas.microsoft.com/office/drawing/2014/main" id="{8E535CB3-CCA9-4326-77FA-5E6B8EF92084}"/>
              </a:ext>
            </a:extLst>
          </p:cNvPr>
          <p:cNvSpPr>
            <a:spLocks noGrp="1"/>
          </p:cNvSpPr>
          <p:nvPr>
            <p:ph type="dt" sz="half" idx="14"/>
          </p:nvPr>
        </p:nvSpPr>
        <p:spPr/>
        <p:txBody>
          <a:bodyPr/>
          <a:lstStyle>
            <a:lvl1pPr>
              <a:defRPr b="0">
                <a:solidFill>
                  <a:schemeClr val="accent5"/>
                </a:solidFill>
              </a:defRPr>
            </a:lvl1pPr>
          </a:lstStyle>
          <a:p>
            <a:fld id="{CCD0B644-7353-47FB-A9CD-90C1EC5198C5}" type="datetime1">
              <a:rPr lang="en-US" smtClean="0"/>
              <a:t>2/2/2026</a:t>
            </a:fld>
            <a:endParaRPr lang="en-US" b="0" dirty="0"/>
          </a:p>
        </p:txBody>
      </p:sp>
      <p:sp>
        <p:nvSpPr>
          <p:cNvPr id="9" name="Slide Number Placeholder 8">
            <a:extLst>
              <a:ext uri="{FF2B5EF4-FFF2-40B4-BE49-F238E27FC236}">
                <a16:creationId xmlns:a16="http://schemas.microsoft.com/office/drawing/2014/main" id="{BE0CF0A1-8196-D811-F81F-2062199D6CD4}"/>
              </a:ext>
            </a:extLst>
          </p:cNvPr>
          <p:cNvSpPr>
            <a:spLocks noGrp="1"/>
          </p:cNvSpPr>
          <p:nvPr>
            <p:ph type="sldNum" sz="quarter" idx="16"/>
          </p:nvPr>
        </p:nvSpPr>
        <p:spPr>
          <a:solidFill>
            <a:schemeClr val="accent1">
              <a:lumMod val="90000"/>
              <a:lumOff val="10000"/>
            </a:schemeClr>
          </a:solidFill>
        </p:spPr>
        <p:txBody>
          <a:bodyPr/>
          <a:lstStyle>
            <a:lvl1pPr>
              <a:defRPr b="0"/>
            </a:lvl1pPr>
          </a:lstStyle>
          <a:p>
            <a:fld id="{AEAA3239-9EA4-4A65-A281-97F994456D9F}" type="slidenum">
              <a:rPr lang="en-US" smtClean="0"/>
              <a:pPr/>
              <a:t>‹#›</a:t>
            </a:fld>
            <a:endParaRPr lang="en-US" b="0" dirty="0"/>
          </a:p>
        </p:txBody>
      </p:sp>
      <p:sp>
        <p:nvSpPr>
          <p:cNvPr id="4" name="Content Placeholder 4">
            <a:extLst>
              <a:ext uri="{FF2B5EF4-FFF2-40B4-BE49-F238E27FC236}">
                <a16:creationId xmlns:a16="http://schemas.microsoft.com/office/drawing/2014/main" id="{44B83042-AD1A-B6FF-E43A-53B8F34BF5D2}"/>
              </a:ext>
            </a:extLst>
          </p:cNvPr>
          <p:cNvSpPr>
            <a:spLocks noGrp="1"/>
          </p:cNvSpPr>
          <p:nvPr>
            <p:ph sz="quarter" idx="17" hasCustomPrompt="1"/>
          </p:nvPr>
        </p:nvSpPr>
        <p:spPr>
          <a:xfrm>
            <a:off x="685800" y="685270"/>
            <a:ext cx="10542588" cy="4208463"/>
          </a:xfrm>
        </p:spPr>
        <p:txBody>
          <a:bodyPr anchor="b"/>
          <a:lstStyle>
            <a:lvl1pPr>
              <a:buNone/>
              <a:defRPr sz="27000" b="1">
                <a:solidFill>
                  <a:schemeClr val="accent2"/>
                </a:solidFill>
                <a:latin typeface="+mj-lt"/>
              </a:defRPr>
            </a:lvl1pPr>
            <a:lvl2pPr>
              <a:defRPr>
                <a:solidFill>
                  <a:schemeClr val="accent2"/>
                </a:solidFill>
                <a:latin typeface="+mj-lt"/>
              </a:defRPr>
            </a:lvl2pPr>
            <a:lvl3pPr>
              <a:defRPr>
                <a:solidFill>
                  <a:schemeClr val="accent2"/>
                </a:solidFill>
                <a:latin typeface="+mj-lt"/>
              </a:defRPr>
            </a:lvl3pPr>
            <a:lvl4pPr>
              <a:defRPr>
                <a:solidFill>
                  <a:schemeClr val="accent2"/>
                </a:solidFill>
                <a:latin typeface="+mj-lt"/>
              </a:defRPr>
            </a:lvl4pPr>
            <a:lvl5pPr>
              <a:defRPr>
                <a:solidFill>
                  <a:schemeClr val="accent2"/>
                </a:solidFill>
                <a:latin typeface="+mj-lt"/>
              </a:defRPr>
            </a:lvl5pPr>
          </a:lstStyle>
          <a:p>
            <a:pPr lvl="0"/>
            <a:r>
              <a:rPr lang="en-US" dirty="0"/>
              <a:t>##%</a:t>
            </a:r>
          </a:p>
        </p:txBody>
      </p:sp>
    </p:spTree>
    <p:extLst>
      <p:ext uri="{BB962C8B-B14F-4D97-AF65-F5344CB8AC3E}">
        <p14:creationId xmlns:p14="http://schemas.microsoft.com/office/powerpoint/2010/main" val="4189017914"/>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Number Large 2">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3A71906-FF1C-7007-520A-0D59214B56F1}"/>
              </a:ext>
            </a:extLst>
          </p:cNvPr>
          <p:cNvSpPr>
            <a:spLocks noGrp="1"/>
          </p:cNvSpPr>
          <p:nvPr>
            <p:ph type="title"/>
          </p:nvPr>
        </p:nvSpPr>
        <p:spPr>
          <a:xfrm>
            <a:off x="7086598" y="2133601"/>
            <a:ext cx="4419602" cy="2819399"/>
          </a:xfrm>
        </p:spPr>
        <p:txBody>
          <a:bodyPr anchor="t">
            <a:normAutofit/>
          </a:bodyPr>
          <a:lstStyle>
            <a:lvl1pPr>
              <a:lnSpc>
                <a:spcPct val="110000"/>
              </a:lnSpc>
              <a:defRPr sz="2800" b="0">
                <a:solidFill>
                  <a:schemeClr val="accent1"/>
                </a:solidFill>
                <a:latin typeface="+mn-lt"/>
              </a:defRPr>
            </a:lvl1pPr>
          </a:lstStyle>
          <a:p>
            <a:r>
              <a:rPr lang="en-US"/>
              <a:t>Click to edit Master title style</a:t>
            </a:r>
          </a:p>
        </p:txBody>
      </p:sp>
      <p:sp>
        <p:nvSpPr>
          <p:cNvPr id="4" name="Content Placeholder 4">
            <a:extLst>
              <a:ext uri="{FF2B5EF4-FFF2-40B4-BE49-F238E27FC236}">
                <a16:creationId xmlns:a16="http://schemas.microsoft.com/office/drawing/2014/main" id="{0D7F0F0C-FFF4-C46A-9C4D-C4FEE4AF4EDC}"/>
              </a:ext>
            </a:extLst>
          </p:cNvPr>
          <p:cNvSpPr>
            <a:spLocks noGrp="1"/>
          </p:cNvSpPr>
          <p:nvPr>
            <p:ph sz="quarter" idx="17" hasCustomPrompt="1"/>
          </p:nvPr>
        </p:nvSpPr>
        <p:spPr>
          <a:xfrm>
            <a:off x="685800" y="2019300"/>
            <a:ext cx="5943600" cy="3566160"/>
          </a:xfrm>
        </p:spPr>
        <p:txBody>
          <a:bodyPr anchor="t"/>
          <a:lstStyle>
            <a:lvl1pPr>
              <a:lnSpc>
                <a:spcPct val="90000"/>
              </a:lnSpc>
              <a:buNone/>
              <a:defRPr sz="20000" b="1">
                <a:solidFill>
                  <a:schemeClr val="accent3"/>
                </a:solidFill>
                <a:latin typeface="+mj-lt"/>
              </a:defRPr>
            </a:lvl1pPr>
            <a:lvl2pPr>
              <a:defRPr>
                <a:solidFill>
                  <a:schemeClr val="accent2"/>
                </a:solidFill>
                <a:latin typeface="+mj-lt"/>
              </a:defRPr>
            </a:lvl2pPr>
            <a:lvl3pPr>
              <a:defRPr>
                <a:solidFill>
                  <a:schemeClr val="accent2"/>
                </a:solidFill>
                <a:latin typeface="+mj-lt"/>
              </a:defRPr>
            </a:lvl3pPr>
            <a:lvl4pPr>
              <a:defRPr>
                <a:solidFill>
                  <a:schemeClr val="accent2"/>
                </a:solidFill>
                <a:latin typeface="+mj-lt"/>
              </a:defRPr>
            </a:lvl4pPr>
            <a:lvl5pPr>
              <a:defRPr>
                <a:solidFill>
                  <a:schemeClr val="accent2"/>
                </a:solidFill>
                <a:latin typeface="+mj-lt"/>
              </a:defRPr>
            </a:lvl5pPr>
          </a:lstStyle>
          <a:p>
            <a:pPr lvl="0"/>
            <a:r>
              <a:rPr lang="en-US" dirty="0"/>
              <a:t>##%</a:t>
            </a:r>
          </a:p>
        </p:txBody>
      </p:sp>
      <p:sp>
        <p:nvSpPr>
          <p:cNvPr id="11" name="Footer Placeholder 10">
            <a:extLst>
              <a:ext uri="{FF2B5EF4-FFF2-40B4-BE49-F238E27FC236}">
                <a16:creationId xmlns:a16="http://schemas.microsoft.com/office/drawing/2014/main" id="{D152274D-6DE6-72DB-B973-7A95BCE923B1}"/>
              </a:ext>
            </a:extLst>
          </p:cNvPr>
          <p:cNvSpPr>
            <a:spLocks noGrp="1"/>
          </p:cNvSpPr>
          <p:nvPr>
            <p:ph type="ftr" sz="quarter" idx="15"/>
          </p:nvPr>
        </p:nvSpPr>
        <p:spPr/>
        <p:txBody>
          <a:bodyPr/>
          <a:lstStyle/>
          <a:p>
            <a:endParaRPr lang="en-US" sz="900" dirty="0"/>
          </a:p>
        </p:txBody>
      </p:sp>
      <p:sp>
        <p:nvSpPr>
          <p:cNvPr id="10" name="Date Placeholder 9">
            <a:extLst>
              <a:ext uri="{FF2B5EF4-FFF2-40B4-BE49-F238E27FC236}">
                <a16:creationId xmlns:a16="http://schemas.microsoft.com/office/drawing/2014/main" id="{44322537-6020-4AF7-85B9-F89784BBF540}"/>
              </a:ext>
            </a:extLst>
          </p:cNvPr>
          <p:cNvSpPr>
            <a:spLocks noGrp="1"/>
          </p:cNvSpPr>
          <p:nvPr>
            <p:ph type="dt" sz="half" idx="14"/>
          </p:nvPr>
        </p:nvSpPr>
        <p:spPr/>
        <p:txBody>
          <a:bodyPr/>
          <a:lstStyle/>
          <a:p>
            <a:fld id="{00972090-F95D-4FB8-8306-BA3C45D77902}" type="datetime1">
              <a:rPr lang="en-US" smtClean="0"/>
              <a:t>2/2/2026</a:t>
            </a:fld>
            <a:endParaRPr lang="en-US" sz="900" dirty="0"/>
          </a:p>
        </p:txBody>
      </p:sp>
      <p:sp>
        <p:nvSpPr>
          <p:cNvPr id="12" name="Slide Number Placeholder 11">
            <a:extLst>
              <a:ext uri="{FF2B5EF4-FFF2-40B4-BE49-F238E27FC236}">
                <a16:creationId xmlns:a16="http://schemas.microsoft.com/office/drawing/2014/main" id="{AC16AC84-07A9-AC7D-B1FA-86EE8D5AF94F}"/>
              </a:ext>
            </a:extLst>
          </p:cNvPr>
          <p:cNvSpPr>
            <a:spLocks noGrp="1"/>
          </p:cNvSpPr>
          <p:nvPr>
            <p:ph type="sldNum" sz="quarter" idx="16"/>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19784865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Number Large 3">
    <p:spTree>
      <p:nvGrpSpPr>
        <p:cNvPr id="1" name=""/>
        <p:cNvGrpSpPr/>
        <p:nvPr/>
      </p:nvGrpSpPr>
      <p:grpSpPr>
        <a:xfrm>
          <a:off x="0" y="0"/>
          <a:ext cx="0" cy="0"/>
          <a:chOff x="0" y="0"/>
          <a:chExt cx="0" cy="0"/>
        </a:xfrm>
      </p:grpSpPr>
      <p:sp>
        <p:nvSpPr>
          <p:cNvPr id="6" name="Title 4">
            <a:extLst>
              <a:ext uri="{FF2B5EF4-FFF2-40B4-BE49-F238E27FC236}">
                <a16:creationId xmlns:a16="http://schemas.microsoft.com/office/drawing/2014/main" id="{53039EA1-AD3C-6097-4DDF-F5608D616109}"/>
              </a:ext>
            </a:extLst>
          </p:cNvPr>
          <p:cNvSpPr>
            <a:spLocks noGrp="1"/>
          </p:cNvSpPr>
          <p:nvPr>
            <p:ph type="title"/>
          </p:nvPr>
        </p:nvSpPr>
        <p:spPr>
          <a:xfrm>
            <a:off x="6189784" y="4602480"/>
            <a:ext cx="5316416" cy="1554480"/>
          </a:xfrm>
        </p:spPr>
        <p:txBody>
          <a:bodyPr anchor="t">
            <a:normAutofit/>
          </a:bodyPr>
          <a:lstStyle>
            <a:lvl1pPr>
              <a:lnSpc>
                <a:spcPct val="110000"/>
              </a:lnSpc>
              <a:defRPr sz="2600" b="0">
                <a:solidFill>
                  <a:schemeClr val="accent1"/>
                </a:solidFill>
                <a:latin typeface="+mn-lt"/>
              </a:defRPr>
            </a:lvl1pPr>
          </a:lstStyle>
          <a:p>
            <a:r>
              <a:rPr lang="en-US"/>
              <a:t>Click to edit Master title style</a:t>
            </a:r>
          </a:p>
        </p:txBody>
      </p:sp>
      <p:sp>
        <p:nvSpPr>
          <p:cNvPr id="4" name="Content Placeholder 4">
            <a:extLst>
              <a:ext uri="{FF2B5EF4-FFF2-40B4-BE49-F238E27FC236}">
                <a16:creationId xmlns:a16="http://schemas.microsoft.com/office/drawing/2014/main" id="{61D45916-3648-A6CB-FEF5-ABDC163C5BFC}"/>
              </a:ext>
            </a:extLst>
          </p:cNvPr>
          <p:cNvSpPr>
            <a:spLocks noGrp="1"/>
          </p:cNvSpPr>
          <p:nvPr>
            <p:ph sz="quarter" idx="17" hasCustomPrompt="1"/>
          </p:nvPr>
        </p:nvSpPr>
        <p:spPr>
          <a:xfrm>
            <a:off x="685800" y="381000"/>
            <a:ext cx="7254240" cy="3474719"/>
          </a:xfrm>
        </p:spPr>
        <p:txBody>
          <a:bodyPr anchor="t"/>
          <a:lstStyle>
            <a:lvl1pPr>
              <a:lnSpc>
                <a:spcPct val="90000"/>
              </a:lnSpc>
              <a:buNone/>
              <a:defRPr sz="23000" b="1">
                <a:solidFill>
                  <a:schemeClr val="accent1"/>
                </a:solidFill>
                <a:latin typeface="+mj-lt"/>
              </a:defRPr>
            </a:lvl1pPr>
            <a:lvl2pPr>
              <a:defRPr>
                <a:solidFill>
                  <a:schemeClr val="accent2"/>
                </a:solidFill>
                <a:latin typeface="+mj-lt"/>
              </a:defRPr>
            </a:lvl2pPr>
            <a:lvl3pPr>
              <a:defRPr>
                <a:solidFill>
                  <a:schemeClr val="accent2"/>
                </a:solidFill>
                <a:latin typeface="+mj-lt"/>
              </a:defRPr>
            </a:lvl3pPr>
            <a:lvl4pPr>
              <a:defRPr>
                <a:solidFill>
                  <a:schemeClr val="accent2"/>
                </a:solidFill>
                <a:latin typeface="+mj-lt"/>
              </a:defRPr>
            </a:lvl4pPr>
            <a:lvl5pPr>
              <a:defRPr>
                <a:solidFill>
                  <a:schemeClr val="accent2"/>
                </a:solidFill>
                <a:latin typeface="+mj-lt"/>
              </a:defRPr>
            </a:lvl5pPr>
          </a:lstStyle>
          <a:p>
            <a:pPr lvl="0"/>
            <a:r>
              <a:rPr lang="en-US" dirty="0"/>
              <a:t>##%</a:t>
            </a:r>
          </a:p>
        </p:txBody>
      </p:sp>
      <p:sp>
        <p:nvSpPr>
          <p:cNvPr id="11" name="Footer Placeholder 10">
            <a:extLst>
              <a:ext uri="{FF2B5EF4-FFF2-40B4-BE49-F238E27FC236}">
                <a16:creationId xmlns:a16="http://schemas.microsoft.com/office/drawing/2014/main" id="{0FF07871-E04F-A612-3847-493AD17EC970}"/>
              </a:ext>
            </a:extLst>
          </p:cNvPr>
          <p:cNvSpPr>
            <a:spLocks noGrp="1"/>
          </p:cNvSpPr>
          <p:nvPr>
            <p:ph type="ftr" sz="quarter" idx="15"/>
          </p:nvPr>
        </p:nvSpPr>
        <p:spPr/>
        <p:txBody>
          <a:bodyPr/>
          <a:lstStyle/>
          <a:p>
            <a:endParaRPr lang="en-US" sz="900" dirty="0"/>
          </a:p>
        </p:txBody>
      </p:sp>
      <p:sp>
        <p:nvSpPr>
          <p:cNvPr id="10" name="Date Placeholder 9">
            <a:extLst>
              <a:ext uri="{FF2B5EF4-FFF2-40B4-BE49-F238E27FC236}">
                <a16:creationId xmlns:a16="http://schemas.microsoft.com/office/drawing/2014/main" id="{1AEF37F4-9E77-D7A5-972D-44CD54192749}"/>
              </a:ext>
            </a:extLst>
          </p:cNvPr>
          <p:cNvSpPr>
            <a:spLocks noGrp="1"/>
          </p:cNvSpPr>
          <p:nvPr>
            <p:ph type="dt" sz="half" idx="14"/>
          </p:nvPr>
        </p:nvSpPr>
        <p:spPr/>
        <p:txBody>
          <a:bodyPr/>
          <a:lstStyle/>
          <a:p>
            <a:fld id="{497AC601-0A5D-4EE4-A09C-B2ED94683408}" type="datetime1">
              <a:rPr lang="en-US" smtClean="0"/>
              <a:t>2/2/2026</a:t>
            </a:fld>
            <a:endParaRPr lang="en-US" sz="900" dirty="0"/>
          </a:p>
        </p:txBody>
      </p:sp>
      <p:sp>
        <p:nvSpPr>
          <p:cNvPr id="12" name="Slide Number Placeholder 11">
            <a:extLst>
              <a:ext uri="{FF2B5EF4-FFF2-40B4-BE49-F238E27FC236}">
                <a16:creationId xmlns:a16="http://schemas.microsoft.com/office/drawing/2014/main" id="{94596C69-4405-AC98-2DEE-E2947221E9FB}"/>
              </a:ext>
            </a:extLst>
          </p:cNvPr>
          <p:cNvSpPr>
            <a:spLocks noGrp="1"/>
          </p:cNvSpPr>
          <p:nvPr>
            <p:ph type="sldNum" sz="quarter" idx="16"/>
          </p:nvPr>
        </p:nvSpPr>
        <p:spPr/>
        <p:txBody>
          <a:bodyPr/>
          <a:lstStyle/>
          <a:p>
            <a:fld id="{AEAA3239-9EA4-4A65-A281-97F994456D9F}" type="slidenum">
              <a:rPr lang="en-US" smtClean="0"/>
              <a:pPr/>
              <a:t>‹#›</a:t>
            </a:fld>
            <a:endParaRPr lang="en-US" sz="900" dirty="0"/>
          </a:p>
        </p:txBody>
      </p:sp>
      <p:cxnSp>
        <p:nvCxnSpPr>
          <p:cNvPr id="13" name="Straight Connector 12">
            <a:extLst>
              <a:ext uri="{FF2B5EF4-FFF2-40B4-BE49-F238E27FC236}">
                <a16:creationId xmlns:a16="http://schemas.microsoft.com/office/drawing/2014/main" id="{F5632890-866D-1CA1-4620-7881649304CA}"/>
              </a:ext>
            </a:extLst>
          </p:cNvPr>
          <p:cNvCxnSpPr>
            <a:cxnSpLocks/>
          </p:cNvCxnSpPr>
          <p:nvPr userDrawn="1"/>
        </p:nvCxnSpPr>
        <p:spPr>
          <a:xfrm>
            <a:off x="6189785" y="4114800"/>
            <a:ext cx="6002215" cy="0"/>
          </a:xfrm>
          <a:prstGeom prst="line">
            <a:avLst/>
          </a:prstGeom>
          <a:ln w="53975">
            <a:solidFill>
              <a:srgbClr val="0F5337"/>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2233732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Number Large 4">
    <p:bg>
      <p:bgPr>
        <a:solidFill>
          <a:schemeClr val="accent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374552A-A41B-0895-6EF6-738C28821467}"/>
              </a:ext>
            </a:extLst>
          </p:cNvPr>
          <p:cNvSpPr>
            <a:spLocks noGrp="1"/>
          </p:cNvSpPr>
          <p:nvPr>
            <p:ph type="title"/>
          </p:nvPr>
        </p:nvSpPr>
        <p:spPr>
          <a:xfrm>
            <a:off x="6934200" y="2636520"/>
            <a:ext cx="4572000" cy="3154680"/>
          </a:xfrm>
        </p:spPr>
        <p:txBody>
          <a:bodyPr anchor="t">
            <a:normAutofit/>
          </a:bodyPr>
          <a:lstStyle>
            <a:lvl1pPr>
              <a:lnSpc>
                <a:spcPct val="110000"/>
              </a:lnSpc>
              <a:defRPr sz="2000" b="0">
                <a:solidFill>
                  <a:schemeClr val="accent4"/>
                </a:solidFill>
                <a:latin typeface="+mn-lt"/>
              </a:defRPr>
            </a:lvl1pPr>
          </a:lstStyle>
          <a:p>
            <a:r>
              <a:rPr lang="en-US"/>
              <a:t>Click to edit Master title style</a:t>
            </a:r>
          </a:p>
        </p:txBody>
      </p:sp>
      <p:sp>
        <p:nvSpPr>
          <p:cNvPr id="4" name="Content Placeholder 4">
            <a:extLst>
              <a:ext uri="{FF2B5EF4-FFF2-40B4-BE49-F238E27FC236}">
                <a16:creationId xmlns:a16="http://schemas.microsoft.com/office/drawing/2014/main" id="{2313E2DC-44BB-3688-3B61-B3DA96D58E2B}"/>
              </a:ext>
            </a:extLst>
          </p:cNvPr>
          <p:cNvSpPr>
            <a:spLocks noGrp="1"/>
          </p:cNvSpPr>
          <p:nvPr>
            <p:ph sz="quarter" idx="17" hasCustomPrompt="1"/>
          </p:nvPr>
        </p:nvSpPr>
        <p:spPr>
          <a:xfrm>
            <a:off x="685800" y="1844038"/>
            <a:ext cx="5669280" cy="4297681"/>
          </a:xfrm>
        </p:spPr>
        <p:txBody>
          <a:bodyPr anchor="t"/>
          <a:lstStyle>
            <a:lvl1pPr>
              <a:lnSpc>
                <a:spcPct val="90000"/>
              </a:lnSpc>
              <a:buNone/>
              <a:defRPr sz="18500" b="1">
                <a:solidFill>
                  <a:schemeClr val="accent5"/>
                </a:solidFill>
                <a:latin typeface="+mj-lt"/>
              </a:defRPr>
            </a:lvl1pPr>
            <a:lvl2pPr>
              <a:defRPr>
                <a:solidFill>
                  <a:schemeClr val="accent2"/>
                </a:solidFill>
                <a:latin typeface="+mj-lt"/>
              </a:defRPr>
            </a:lvl2pPr>
            <a:lvl3pPr>
              <a:defRPr>
                <a:solidFill>
                  <a:schemeClr val="accent2"/>
                </a:solidFill>
                <a:latin typeface="+mj-lt"/>
              </a:defRPr>
            </a:lvl3pPr>
            <a:lvl4pPr>
              <a:defRPr>
                <a:solidFill>
                  <a:schemeClr val="accent2"/>
                </a:solidFill>
                <a:latin typeface="+mj-lt"/>
              </a:defRPr>
            </a:lvl4pPr>
            <a:lvl5pPr>
              <a:defRPr>
                <a:solidFill>
                  <a:schemeClr val="accent2"/>
                </a:solidFill>
                <a:latin typeface="+mj-lt"/>
              </a:defRPr>
            </a:lvl5pPr>
          </a:lstStyle>
          <a:p>
            <a:pPr lvl="0"/>
            <a:r>
              <a:rPr lang="en-US" dirty="0"/>
              <a:t>##%</a:t>
            </a:r>
          </a:p>
        </p:txBody>
      </p:sp>
      <p:sp>
        <p:nvSpPr>
          <p:cNvPr id="11" name="Footer Placeholder 10">
            <a:extLst>
              <a:ext uri="{FF2B5EF4-FFF2-40B4-BE49-F238E27FC236}">
                <a16:creationId xmlns:a16="http://schemas.microsoft.com/office/drawing/2014/main" id="{6E412CA3-624D-9EC5-0455-269A0F197031}"/>
              </a:ext>
            </a:extLst>
          </p:cNvPr>
          <p:cNvSpPr>
            <a:spLocks noGrp="1"/>
          </p:cNvSpPr>
          <p:nvPr>
            <p:ph type="ftr" sz="quarter" idx="15"/>
          </p:nvPr>
        </p:nvSpPr>
        <p:spPr/>
        <p:txBody>
          <a:bodyPr/>
          <a:lstStyle>
            <a:lvl1pPr>
              <a:defRPr>
                <a:solidFill>
                  <a:schemeClr val="accent5"/>
                </a:solidFill>
              </a:defRPr>
            </a:lvl1pPr>
          </a:lstStyle>
          <a:p>
            <a:endParaRPr lang="en-US" dirty="0"/>
          </a:p>
        </p:txBody>
      </p:sp>
      <p:sp>
        <p:nvSpPr>
          <p:cNvPr id="10" name="Date Placeholder 9">
            <a:extLst>
              <a:ext uri="{FF2B5EF4-FFF2-40B4-BE49-F238E27FC236}">
                <a16:creationId xmlns:a16="http://schemas.microsoft.com/office/drawing/2014/main" id="{0C9E9582-BFC4-2DE1-AAC3-77216CD8AF10}"/>
              </a:ext>
            </a:extLst>
          </p:cNvPr>
          <p:cNvSpPr>
            <a:spLocks noGrp="1"/>
          </p:cNvSpPr>
          <p:nvPr>
            <p:ph type="dt" sz="half" idx="14"/>
          </p:nvPr>
        </p:nvSpPr>
        <p:spPr/>
        <p:txBody>
          <a:bodyPr/>
          <a:lstStyle>
            <a:lvl1pPr>
              <a:defRPr>
                <a:solidFill>
                  <a:schemeClr val="accent5"/>
                </a:solidFill>
              </a:defRPr>
            </a:lvl1pPr>
          </a:lstStyle>
          <a:p>
            <a:fld id="{928E9DBA-F574-49B8-A000-DD2C6733F410}" type="datetime1">
              <a:rPr lang="en-US" smtClean="0"/>
              <a:t>2/2/2026</a:t>
            </a:fld>
            <a:endParaRPr lang="en-US" dirty="0"/>
          </a:p>
        </p:txBody>
      </p:sp>
      <p:sp>
        <p:nvSpPr>
          <p:cNvPr id="12" name="Slide Number Placeholder 11">
            <a:extLst>
              <a:ext uri="{FF2B5EF4-FFF2-40B4-BE49-F238E27FC236}">
                <a16:creationId xmlns:a16="http://schemas.microsoft.com/office/drawing/2014/main" id="{B6CA68CC-04B7-B57A-4A1D-6732593FE209}"/>
              </a:ext>
            </a:extLst>
          </p:cNvPr>
          <p:cNvSpPr>
            <a:spLocks noGrp="1"/>
          </p:cNvSpPr>
          <p:nvPr>
            <p:ph type="sldNum" sz="quarter" idx="16"/>
          </p:nvPr>
        </p:nvSpPr>
        <p:spPr>
          <a:solidFill>
            <a:schemeClr val="accent1">
              <a:lumMod val="90000"/>
              <a:lumOff val="10000"/>
            </a:schemeClr>
          </a:solidFill>
        </p:spPr>
        <p:txBody>
          <a:bodyPr/>
          <a:lstStyle/>
          <a:p>
            <a:fld id="{AEAA3239-9EA4-4A65-A281-97F994456D9F}" type="slidenum">
              <a:rPr lang="en-US" smtClean="0"/>
              <a:pPr/>
              <a:t>‹#›</a:t>
            </a:fld>
            <a:endParaRPr lang="en-US" sz="900" dirty="0"/>
          </a:p>
        </p:txBody>
      </p:sp>
      <p:cxnSp>
        <p:nvCxnSpPr>
          <p:cNvPr id="13" name="Straight Connector 12">
            <a:extLst>
              <a:ext uri="{FF2B5EF4-FFF2-40B4-BE49-F238E27FC236}">
                <a16:creationId xmlns:a16="http://schemas.microsoft.com/office/drawing/2014/main" id="{9D723FA3-CE00-5B24-003F-AB5A48CB4990}"/>
              </a:ext>
            </a:extLst>
          </p:cNvPr>
          <p:cNvCxnSpPr>
            <a:cxnSpLocks/>
          </p:cNvCxnSpPr>
          <p:nvPr userDrawn="1"/>
        </p:nvCxnSpPr>
        <p:spPr>
          <a:xfrm>
            <a:off x="6934200" y="2118897"/>
            <a:ext cx="5257800" cy="0"/>
          </a:xfrm>
          <a:prstGeom prst="line">
            <a:avLst/>
          </a:prstGeom>
          <a:ln w="53975">
            <a:solidFill>
              <a:schemeClr val="accent5"/>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40648342"/>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85800" y="685800"/>
            <a:ext cx="10789920" cy="5394960"/>
          </a:xfrm>
        </p:spPr>
        <p:txBody>
          <a:bodyPr anchor="t">
            <a:normAutofit/>
          </a:bodyPr>
          <a:lstStyle>
            <a:lvl1pPr marL="0" indent="0">
              <a:lnSpc>
                <a:spcPct val="90000"/>
              </a:lnSpc>
              <a:buNone/>
              <a:defRPr sz="8000" b="1">
                <a:solidFill>
                  <a:schemeClr val="accent4"/>
                </a:solidFill>
              </a:defRPr>
            </a:lvl1pPr>
            <a:lvl2pPr marL="228600" indent="0">
              <a:lnSpc>
                <a:spcPct val="90000"/>
              </a:lnSpc>
              <a:buNone/>
              <a:defRPr sz="7200" b="1">
                <a:solidFill>
                  <a:schemeClr val="accent4"/>
                </a:solidFill>
              </a:defRPr>
            </a:lvl2pPr>
            <a:lvl3pPr marL="457200" indent="0">
              <a:lnSpc>
                <a:spcPct val="90000"/>
              </a:lnSpc>
              <a:buNone/>
              <a:defRPr sz="6600" b="1">
                <a:solidFill>
                  <a:schemeClr val="accent4"/>
                </a:solidFill>
              </a:defRPr>
            </a:lvl3pPr>
            <a:lvl4pPr marL="685800" indent="0">
              <a:lnSpc>
                <a:spcPct val="90000"/>
              </a:lnSpc>
              <a:buNone/>
              <a:defRPr sz="6000" b="1">
                <a:solidFill>
                  <a:schemeClr val="accent4"/>
                </a:solidFill>
              </a:defRPr>
            </a:lvl4pPr>
            <a:lvl5pPr marL="914400" indent="0">
              <a:lnSpc>
                <a:spcPct val="90000"/>
              </a:lnSpc>
              <a:buNone/>
              <a:defRPr sz="5400" b="1">
                <a:solidFill>
                  <a:schemeClr val="accent4"/>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a:extLst>
              <a:ext uri="{FF2B5EF4-FFF2-40B4-BE49-F238E27FC236}">
                <a16:creationId xmlns:a16="http://schemas.microsoft.com/office/drawing/2014/main" id="{0A9A09C8-E4BE-5919-277B-FC58BAB9F6BF}"/>
              </a:ext>
            </a:extLst>
          </p:cNvPr>
          <p:cNvSpPr>
            <a:spLocks noGrp="1"/>
          </p:cNvSpPr>
          <p:nvPr>
            <p:ph type="ftr" sz="quarter" idx="15"/>
          </p:nvPr>
        </p:nvSpPr>
        <p:spPr/>
        <p:txBody>
          <a:bodyPr/>
          <a:lstStyle>
            <a:lvl1pPr>
              <a:defRPr b="0">
                <a:solidFill>
                  <a:schemeClr val="accent5"/>
                </a:solidFill>
              </a:defRPr>
            </a:lvl1pPr>
          </a:lstStyle>
          <a:p>
            <a:endParaRPr lang="en-US" b="0" dirty="0"/>
          </a:p>
        </p:txBody>
      </p:sp>
      <p:sp>
        <p:nvSpPr>
          <p:cNvPr id="6" name="Date Placeholder 5">
            <a:extLst>
              <a:ext uri="{FF2B5EF4-FFF2-40B4-BE49-F238E27FC236}">
                <a16:creationId xmlns:a16="http://schemas.microsoft.com/office/drawing/2014/main" id="{322477BB-2AE4-F703-A045-92BB59CC68FA}"/>
              </a:ext>
            </a:extLst>
          </p:cNvPr>
          <p:cNvSpPr>
            <a:spLocks noGrp="1"/>
          </p:cNvSpPr>
          <p:nvPr>
            <p:ph type="dt" sz="half" idx="14"/>
          </p:nvPr>
        </p:nvSpPr>
        <p:spPr/>
        <p:txBody>
          <a:bodyPr/>
          <a:lstStyle>
            <a:lvl1pPr>
              <a:defRPr b="0">
                <a:solidFill>
                  <a:schemeClr val="accent5"/>
                </a:solidFill>
              </a:defRPr>
            </a:lvl1pPr>
          </a:lstStyle>
          <a:p>
            <a:fld id="{C00E75E5-D496-4EC7-8813-684FB5336261}" type="datetime1">
              <a:rPr lang="en-US" smtClean="0"/>
              <a:t>2/2/2026</a:t>
            </a:fld>
            <a:endParaRPr lang="en-US" b="0" dirty="0"/>
          </a:p>
        </p:txBody>
      </p:sp>
      <p:sp>
        <p:nvSpPr>
          <p:cNvPr id="9" name="Slide Number Placeholder 8">
            <a:extLst>
              <a:ext uri="{FF2B5EF4-FFF2-40B4-BE49-F238E27FC236}">
                <a16:creationId xmlns:a16="http://schemas.microsoft.com/office/drawing/2014/main" id="{153F7A2E-5219-DA8D-BF53-2AA1E480FBAB}"/>
              </a:ext>
            </a:extLst>
          </p:cNvPr>
          <p:cNvSpPr>
            <a:spLocks noGrp="1"/>
          </p:cNvSpPr>
          <p:nvPr>
            <p:ph type="sldNum" sz="quarter" idx="16"/>
          </p:nvPr>
        </p:nvSpPr>
        <p:spPr/>
        <p:txBody>
          <a:bodyPr/>
          <a:lstStyle>
            <a:lvl1pPr>
              <a:defRPr b="0"/>
            </a:lvl1pPr>
          </a:lstStyle>
          <a:p>
            <a:fld id="{AEAA3239-9EA4-4A65-A281-97F994456D9F}" type="slidenum">
              <a:rPr lang="en-US" smtClean="0"/>
              <a:pPr/>
              <a:t>‹#›</a:t>
            </a:fld>
            <a:endParaRPr lang="en-US" b="0" dirty="0"/>
          </a:p>
        </p:txBody>
      </p:sp>
    </p:spTree>
    <p:extLst>
      <p:ext uri="{BB962C8B-B14F-4D97-AF65-F5344CB8AC3E}">
        <p14:creationId xmlns:p14="http://schemas.microsoft.com/office/powerpoint/2010/main" val="1210964181"/>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dirty="0"/>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85800" y="685800"/>
            <a:ext cx="7315200" cy="5486400"/>
          </a:xfrm>
        </p:spPr>
        <p:txBody>
          <a:bodyPr anchor="t">
            <a:noAutofit/>
          </a:bodyPr>
          <a:lstStyle>
            <a:lvl1pPr marL="0" indent="0">
              <a:lnSpc>
                <a:spcPct val="90000"/>
              </a:lnSpc>
              <a:buNone/>
              <a:defRPr sz="6600" b="1">
                <a:solidFill>
                  <a:schemeClr val="accent3"/>
                </a:solidFill>
              </a:defRPr>
            </a:lvl1pPr>
            <a:lvl2pPr marL="228600" indent="0">
              <a:lnSpc>
                <a:spcPct val="90000"/>
              </a:lnSpc>
              <a:buNone/>
              <a:defRPr sz="6000" b="1">
                <a:solidFill>
                  <a:schemeClr val="accent3"/>
                </a:solidFill>
              </a:defRPr>
            </a:lvl2pPr>
            <a:lvl3pPr marL="457200" indent="0">
              <a:lnSpc>
                <a:spcPct val="90000"/>
              </a:lnSpc>
              <a:buNone/>
              <a:defRPr sz="5400" b="1">
                <a:solidFill>
                  <a:schemeClr val="accent3"/>
                </a:solidFill>
              </a:defRPr>
            </a:lvl3pPr>
            <a:lvl4pPr marL="685800" indent="0">
              <a:lnSpc>
                <a:spcPct val="90000"/>
              </a:lnSpc>
              <a:buNone/>
              <a:defRPr sz="4800" b="1">
                <a:solidFill>
                  <a:schemeClr val="accent3"/>
                </a:solidFill>
              </a:defRPr>
            </a:lvl4pPr>
            <a:lvl5pPr marL="914400" indent="0">
              <a:lnSpc>
                <a:spcPct val="90000"/>
              </a:lnSpc>
              <a:buNone/>
              <a:defRPr sz="4400" b="1">
                <a:solidFill>
                  <a:schemeClr val="accent3"/>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10">
            <a:extLst>
              <a:ext uri="{FF2B5EF4-FFF2-40B4-BE49-F238E27FC236}">
                <a16:creationId xmlns:a16="http://schemas.microsoft.com/office/drawing/2014/main" id="{14888062-3D09-ED26-DC7F-447AB9A757FE}"/>
              </a:ext>
            </a:extLst>
          </p:cNvPr>
          <p:cNvSpPr>
            <a:spLocks noGrp="1"/>
          </p:cNvSpPr>
          <p:nvPr>
            <p:ph type="ftr" sz="quarter" idx="15"/>
          </p:nvPr>
        </p:nvSpPr>
        <p:spPr/>
        <p:txBody>
          <a:bodyPr/>
          <a:lstStyle/>
          <a:p>
            <a:endParaRPr lang="en-US" sz="900" dirty="0"/>
          </a:p>
        </p:txBody>
      </p:sp>
      <p:sp>
        <p:nvSpPr>
          <p:cNvPr id="10" name="Date Placeholder 9">
            <a:extLst>
              <a:ext uri="{FF2B5EF4-FFF2-40B4-BE49-F238E27FC236}">
                <a16:creationId xmlns:a16="http://schemas.microsoft.com/office/drawing/2014/main" id="{647EEF49-62B3-1E5C-5EAD-ED1B4557161E}"/>
              </a:ext>
            </a:extLst>
          </p:cNvPr>
          <p:cNvSpPr>
            <a:spLocks noGrp="1"/>
          </p:cNvSpPr>
          <p:nvPr>
            <p:ph type="dt" sz="half" idx="14"/>
          </p:nvPr>
        </p:nvSpPr>
        <p:spPr/>
        <p:txBody>
          <a:bodyPr/>
          <a:lstStyle/>
          <a:p>
            <a:fld id="{AEE77BEB-FE0B-4D99-BCD5-ECA5C6DB5BFD}" type="datetime1">
              <a:rPr lang="en-US" smtClean="0"/>
              <a:t>2/2/2026</a:t>
            </a:fld>
            <a:endParaRPr lang="en-US" sz="900" dirty="0"/>
          </a:p>
        </p:txBody>
      </p:sp>
      <p:sp>
        <p:nvSpPr>
          <p:cNvPr id="12" name="Slide Number Placeholder 11">
            <a:extLst>
              <a:ext uri="{FF2B5EF4-FFF2-40B4-BE49-F238E27FC236}">
                <a16:creationId xmlns:a16="http://schemas.microsoft.com/office/drawing/2014/main" id="{4FB220C6-3442-368E-4DEA-A07BD9C2B211}"/>
              </a:ext>
            </a:extLst>
          </p:cNvPr>
          <p:cNvSpPr>
            <a:spLocks noGrp="1"/>
          </p:cNvSpPr>
          <p:nvPr>
            <p:ph type="sldNum" sz="quarter" idx="16"/>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18828504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tatement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85800" y="685800"/>
            <a:ext cx="10789920" cy="5394960"/>
          </a:xfrm>
        </p:spPr>
        <p:txBody>
          <a:bodyPr anchor="b">
            <a:normAutofit/>
          </a:bodyPr>
          <a:lstStyle>
            <a:lvl1pPr marL="0" indent="0">
              <a:lnSpc>
                <a:spcPct val="90000"/>
              </a:lnSpc>
              <a:buNone/>
              <a:defRPr sz="7200" b="1">
                <a:solidFill>
                  <a:schemeClr val="accent2"/>
                </a:solidFill>
              </a:defRPr>
            </a:lvl1pPr>
            <a:lvl2pPr marL="228600" indent="0">
              <a:lnSpc>
                <a:spcPct val="90000"/>
              </a:lnSpc>
              <a:buNone/>
              <a:defRPr sz="6600" b="1">
                <a:solidFill>
                  <a:schemeClr val="accent2"/>
                </a:solidFill>
              </a:defRPr>
            </a:lvl2pPr>
            <a:lvl3pPr marL="457200" indent="0">
              <a:lnSpc>
                <a:spcPct val="90000"/>
              </a:lnSpc>
              <a:buNone/>
              <a:defRPr sz="6000" b="1">
                <a:solidFill>
                  <a:schemeClr val="accent2"/>
                </a:solidFill>
              </a:defRPr>
            </a:lvl3pPr>
            <a:lvl4pPr marL="685800" indent="0">
              <a:lnSpc>
                <a:spcPct val="90000"/>
              </a:lnSpc>
              <a:buNone/>
              <a:defRPr sz="5400" b="1">
                <a:solidFill>
                  <a:schemeClr val="accent2"/>
                </a:solidFill>
              </a:defRPr>
            </a:lvl4pPr>
            <a:lvl5pPr marL="914400" indent="0">
              <a:lnSpc>
                <a:spcPct val="90000"/>
              </a:lnSpc>
              <a:buNone/>
              <a:defRPr sz="4800" b="1">
                <a:solidFill>
                  <a:schemeClr val="accent2"/>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10">
            <a:extLst>
              <a:ext uri="{FF2B5EF4-FFF2-40B4-BE49-F238E27FC236}">
                <a16:creationId xmlns:a16="http://schemas.microsoft.com/office/drawing/2014/main" id="{6BA51D93-9944-2BC9-815F-A60CA562409F}"/>
              </a:ext>
            </a:extLst>
          </p:cNvPr>
          <p:cNvSpPr>
            <a:spLocks noGrp="1"/>
          </p:cNvSpPr>
          <p:nvPr>
            <p:ph type="ftr" sz="quarter" idx="15"/>
          </p:nvPr>
        </p:nvSpPr>
        <p:spPr/>
        <p:txBody>
          <a:bodyPr/>
          <a:lstStyle/>
          <a:p>
            <a:endParaRPr lang="en-US" sz="900" dirty="0"/>
          </a:p>
        </p:txBody>
      </p:sp>
      <p:sp>
        <p:nvSpPr>
          <p:cNvPr id="10" name="Date Placeholder 9">
            <a:extLst>
              <a:ext uri="{FF2B5EF4-FFF2-40B4-BE49-F238E27FC236}">
                <a16:creationId xmlns:a16="http://schemas.microsoft.com/office/drawing/2014/main" id="{2C7E932F-30B9-A7ED-CEF9-ED7C120FCFBC}"/>
              </a:ext>
            </a:extLst>
          </p:cNvPr>
          <p:cNvSpPr>
            <a:spLocks noGrp="1"/>
          </p:cNvSpPr>
          <p:nvPr>
            <p:ph type="dt" sz="half" idx="14"/>
          </p:nvPr>
        </p:nvSpPr>
        <p:spPr/>
        <p:txBody>
          <a:bodyPr/>
          <a:lstStyle/>
          <a:p>
            <a:fld id="{205C1734-919B-490D-88CD-D33F70BB66A2}" type="datetime1">
              <a:rPr lang="en-US" smtClean="0"/>
              <a:t>2/2/2026</a:t>
            </a:fld>
            <a:endParaRPr lang="en-US" sz="900" dirty="0"/>
          </a:p>
        </p:txBody>
      </p:sp>
      <p:sp>
        <p:nvSpPr>
          <p:cNvPr id="12" name="Slide Number Placeholder 11">
            <a:extLst>
              <a:ext uri="{FF2B5EF4-FFF2-40B4-BE49-F238E27FC236}">
                <a16:creationId xmlns:a16="http://schemas.microsoft.com/office/drawing/2014/main" id="{2798614F-71F4-C3D8-BE5E-42ADD598643E}"/>
              </a:ext>
            </a:extLst>
          </p:cNvPr>
          <p:cNvSpPr>
            <a:spLocks noGrp="1"/>
          </p:cNvSpPr>
          <p:nvPr>
            <p:ph type="sldNum" sz="quarter" idx="16"/>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181375613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Statement 5">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297680" y="685800"/>
            <a:ext cx="7315200" cy="5486400"/>
          </a:xfrm>
        </p:spPr>
        <p:txBody>
          <a:bodyPr vert="horz" lIns="91440" tIns="45720" rIns="91440" bIns="45720" rtlCol="0" anchor="ctr" anchorCtr="0">
            <a:noAutofit/>
          </a:bodyPr>
          <a:lstStyle>
            <a:lvl1pPr marL="0" indent="0">
              <a:lnSpc>
                <a:spcPct val="90000"/>
              </a:lnSpc>
              <a:buNone/>
              <a:defRPr lang="en-US" sz="6600" b="1" dirty="0">
                <a:solidFill>
                  <a:schemeClr val="accent5"/>
                </a:solidFill>
              </a:defRPr>
            </a:lvl1pPr>
            <a:lvl2pPr marL="228600" indent="0">
              <a:lnSpc>
                <a:spcPct val="90000"/>
              </a:lnSpc>
              <a:buNone/>
              <a:defRPr lang="en-US" sz="6000" b="1" dirty="0">
                <a:solidFill>
                  <a:schemeClr val="accent5"/>
                </a:solidFill>
              </a:defRPr>
            </a:lvl2pPr>
            <a:lvl3pPr marL="457200" indent="0">
              <a:lnSpc>
                <a:spcPct val="90000"/>
              </a:lnSpc>
              <a:buNone/>
              <a:defRPr lang="en-US" sz="5400" b="1" dirty="0">
                <a:solidFill>
                  <a:schemeClr val="accent5"/>
                </a:solidFill>
              </a:defRPr>
            </a:lvl3pPr>
            <a:lvl4pPr marL="685800" indent="0">
              <a:lnSpc>
                <a:spcPct val="90000"/>
              </a:lnSpc>
              <a:buNone/>
              <a:defRPr lang="en-US" sz="4800" b="1" dirty="0">
                <a:solidFill>
                  <a:schemeClr val="accent5"/>
                </a:solidFill>
              </a:defRPr>
            </a:lvl4pPr>
            <a:lvl5pPr marL="914400" indent="0">
              <a:lnSpc>
                <a:spcPct val="90000"/>
              </a:lnSpc>
              <a:buNone/>
              <a:defRPr lang="en-US" sz="4400" b="1" dirty="0">
                <a:solidFill>
                  <a:schemeClr val="accent5"/>
                </a:solidFill>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a:extLst>
              <a:ext uri="{FF2B5EF4-FFF2-40B4-BE49-F238E27FC236}">
                <a16:creationId xmlns:a16="http://schemas.microsoft.com/office/drawing/2014/main" id="{990C6FD0-8607-D553-1B6B-1C12B93B1EF6}"/>
              </a:ext>
            </a:extLst>
          </p:cNvPr>
          <p:cNvSpPr>
            <a:spLocks noGrp="1"/>
          </p:cNvSpPr>
          <p:nvPr>
            <p:ph type="ftr" sz="quarter" idx="15"/>
          </p:nvPr>
        </p:nvSpPr>
        <p:spPr/>
        <p:txBody>
          <a:bodyPr/>
          <a:lstStyle>
            <a:lvl1pPr>
              <a:defRPr>
                <a:solidFill>
                  <a:schemeClr val="accent5"/>
                </a:solidFill>
              </a:defRPr>
            </a:lvl1pPr>
          </a:lstStyle>
          <a:p>
            <a:endParaRPr lang="en-US" dirty="0"/>
          </a:p>
        </p:txBody>
      </p:sp>
      <p:sp>
        <p:nvSpPr>
          <p:cNvPr id="6" name="Date Placeholder 5">
            <a:extLst>
              <a:ext uri="{FF2B5EF4-FFF2-40B4-BE49-F238E27FC236}">
                <a16:creationId xmlns:a16="http://schemas.microsoft.com/office/drawing/2014/main" id="{B80EDC19-E133-BD03-8B9E-EFC28C3479E5}"/>
              </a:ext>
            </a:extLst>
          </p:cNvPr>
          <p:cNvSpPr>
            <a:spLocks noGrp="1"/>
          </p:cNvSpPr>
          <p:nvPr>
            <p:ph type="dt" sz="half" idx="14"/>
          </p:nvPr>
        </p:nvSpPr>
        <p:spPr/>
        <p:txBody>
          <a:bodyPr/>
          <a:lstStyle>
            <a:lvl1pPr>
              <a:defRPr>
                <a:solidFill>
                  <a:schemeClr val="accent5"/>
                </a:solidFill>
              </a:defRPr>
            </a:lvl1pPr>
          </a:lstStyle>
          <a:p>
            <a:fld id="{2E413318-8617-4118-8000-9B8B71A9711B}" type="datetime1">
              <a:rPr lang="en-US" smtClean="0"/>
              <a:t>2/2/2026</a:t>
            </a:fld>
            <a:endParaRPr lang="en-US" dirty="0"/>
          </a:p>
        </p:txBody>
      </p:sp>
      <p:sp>
        <p:nvSpPr>
          <p:cNvPr id="9" name="Slide Number Placeholder 8">
            <a:extLst>
              <a:ext uri="{FF2B5EF4-FFF2-40B4-BE49-F238E27FC236}">
                <a16:creationId xmlns:a16="http://schemas.microsoft.com/office/drawing/2014/main" id="{08591225-6735-2FDD-B652-0FE0C538238F}"/>
              </a:ext>
            </a:extLst>
          </p:cNvPr>
          <p:cNvSpPr>
            <a:spLocks noGrp="1"/>
          </p:cNvSpPr>
          <p:nvPr>
            <p:ph type="sldNum" sz="quarter" idx="16"/>
          </p:nvPr>
        </p:nvSpPr>
        <p:spPr>
          <a:solidFill>
            <a:schemeClr val="accent1">
              <a:lumMod val="90000"/>
              <a:lumOff val="10000"/>
            </a:schemeClr>
          </a:solidFill>
        </p:spPr>
        <p:txBody>
          <a:bodyPr/>
          <a:lstStyle>
            <a:lvl1pPr>
              <a:defRPr>
                <a:solidFill>
                  <a:schemeClr val="accent5"/>
                </a:solidFill>
              </a:defRPr>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1877759320"/>
      </p:ext>
    </p:extLst>
  </p:cSld>
  <p:clrMapOvr>
    <a:overrideClrMapping bg1="dk1" tx1="lt1" bg2="dk2" tx2="lt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499616" y="5029200"/>
            <a:ext cx="9198864" cy="640080"/>
          </a:xfrm>
        </p:spPr>
        <p:txBody>
          <a:bodyPr anchor="ctr">
            <a:normAutofit/>
          </a:bodyPr>
          <a:lstStyle>
            <a:lvl1pPr>
              <a:lnSpc>
                <a:spcPct val="120000"/>
              </a:lnSpc>
              <a:defRPr sz="2000" b="1" i="0" spc="0">
                <a:solidFill>
                  <a:schemeClr val="accent3"/>
                </a:solidFill>
                <a:latin typeface="+mj-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188720"/>
            <a:ext cx="9198864" cy="3332480"/>
          </a:xfrm>
        </p:spPr>
        <p:txBody>
          <a:bodyPr anchor="ctr">
            <a:normAutofit/>
          </a:bodyPr>
          <a:lstStyle>
            <a:lvl1pPr marL="164592" indent="-164592">
              <a:lnSpc>
                <a:spcPct val="100000"/>
              </a:lnSpc>
              <a:spcBef>
                <a:spcPts val="0"/>
              </a:spcBef>
              <a:buNone/>
              <a:defRPr sz="4800">
                <a:latin typeface="+mn-lt"/>
              </a:defRPr>
            </a:lvl1pPr>
          </a:lstStyle>
          <a:p>
            <a:pPr lvl="0"/>
            <a:r>
              <a:rPr lang="en-US" dirty="0"/>
              <a:t>Click to add Quote</a:t>
            </a:r>
          </a:p>
        </p:txBody>
      </p:sp>
      <p:sp>
        <p:nvSpPr>
          <p:cNvPr id="11" name="Footer Placeholder 10">
            <a:extLst>
              <a:ext uri="{FF2B5EF4-FFF2-40B4-BE49-F238E27FC236}">
                <a16:creationId xmlns:a16="http://schemas.microsoft.com/office/drawing/2014/main" id="{13631130-6E5E-49E0-2CBD-E94754D3F75B}"/>
              </a:ext>
            </a:extLst>
          </p:cNvPr>
          <p:cNvSpPr>
            <a:spLocks noGrp="1"/>
          </p:cNvSpPr>
          <p:nvPr>
            <p:ph type="ftr" sz="quarter" idx="15"/>
          </p:nvPr>
        </p:nvSpPr>
        <p:spPr/>
        <p:txBody>
          <a:bodyPr/>
          <a:lstStyle/>
          <a:p>
            <a:endParaRPr lang="en-US" sz="900" dirty="0"/>
          </a:p>
        </p:txBody>
      </p:sp>
      <p:sp>
        <p:nvSpPr>
          <p:cNvPr id="10" name="Date Placeholder 9">
            <a:extLst>
              <a:ext uri="{FF2B5EF4-FFF2-40B4-BE49-F238E27FC236}">
                <a16:creationId xmlns:a16="http://schemas.microsoft.com/office/drawing/2014/main" id="{F6C34576-FC8D-BC9E-CFBA-79D123C670A0}"/>
              </a:ext>
            </a:extLst>
          </p:cNvPr>
          <p:cNvSpPr>
            <a:spLocks noGrp="1"/>
          </p:cNvSpPr>
          <p:nvPr>
            <p:ph type="dt" sz="half" idx="14"/>
          </p:nvPr>
        </p:nvSpPr>
        <p:spPr/>
        <p:txBody>
          <a:bodyPr/>
          <a:lstStyle/>
          <a:p>
            <a:fld id="{FA32D114-3A62-416A-8DB9-04FC0453D181}" type="datetime1">
              <a:rPr lang="en-US" smtClean="0"/>
              <a:t>2/2/2026</a:t>
            </a:fld>
            <a:endParaRPr lang="en-US" sz="900" dirty="0"/>
          </a:p>
        </p:txBody>
      </p:sp>
      <p:sp>
        <p:nvSpPr>
          <p:cNvPr id="12" name="Slide Number Placeholder 11">
            <a:extLst>
              <a:ext uri="{FF2B5EF4-FFF2-40B4-BE49-F238E27FC236}">
                <a16:creationId xmlns:a16="http://schemas.microsoft.com/office/drawing/2014/main" id="{79801413-C7CE-D2ED-5246-79436772D727}"/>
              </a:ext>
            </a:extLst>
          </p:cNvPr>
          <p:cNvSpPr>
            <a:spLocks noGrp="1"/>
          </p:cNvSpPr>
          <p:nvPr>
            <p:ph type="sldNum" sz="quarter" idx="16"/>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58495855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Quote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77009" y="4955722"/>
            <a:ext cx="8863084" cy="669472"/>
          </a:xfrm>
        </p:spPr>
        <p:txBody>
          <a:bodyPr anchor="ctr">
            <a:normAutofit/>
          </a:bodyPr>
          <a:lstStyle>
            <a:lvl1pPr algn="ctr">
              <a:lnSpc>
                <a:spcPct val="120000"/>
              </a:lnSpc>
              <a:defRPr sz="2000" b="1" i="0" spc="0">
                <a:solidFill>
                  <a:schemeClr val="accent4"/>
                </a:solidFill>
                <a:latin typeface="+mj-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677008" y="1344168"/>
            <a:ext cx="8863085" cy="3291840"/>
          </a:xfrm>
        </p:spPr>
        <p:txBody>
          <a:bodyPr anchor="ctr">
            <a:normAutofit/>
          </a:bodyPr>
          <a:lstStyle>
            <a:lvl1pPr marL="164592" indent="-164592" algn="ctr">
              <a:lnSpc>
                <a:spcPct val="100000"/>
              </a:lnSpc>
              <a:spcBef>
                <a:spcPts val="0"/>
              </a:spcBef>
              <a:buNone/>
              <a:defRPr sz="4800">
                <a:solidFill>
                  <a:schemeClr val="accent5"/>
                </a:solidFill>
                <a:latin typeface="+mn-lt"/>
              </a:defRPr>
            </a:lvl1pPr>
          </a:lstStyle>
          <a:p>
            <a:pPr lvl="0"/>
            <a:r>
              <a:rPr lang="en-US" dirty="0"/>
              <a:t>Click to add Quote</a:t>
            </a:r>
          </a:p>
        </p:txBody>
      </p:sp>
      <p:sp>
        <p:nvSpPr>
          <p:cNvPr id="8" name="Footer Placeholder 7">
            <a:extLst>
              <a:ext uri="{FF2B5EF4-FFF2-40B4-BE49-F238E27FC236}">
                <a16:creationId xmlns:a16="http://schemas.microsoft.com/office/drawing/2014/main" id="{A1ED4BA2-8217-E4F1-3985-07ED463BB182}"/>
              </a:ext>
            </a:extLst>
          </p:cNvPr>
          <p:cNvSpPr>
            <a:spLocks noGrp="1"/>
          </p:cNvSpPr>
          <p:nvPr>
            <p:ph type="ftr" sz="quarter" idx="15"/>
          </p:nvPr>
        </p:nvSpPr>
        <p:spPr/>
        <p:txBody>
          <a:bodyPr/>
          <a:lstStyle>
            <a:lvl1pPr>
              <a:defRPr>
                <a:solidFill>
                  <a:schemeClr val="accent5"/>
                </a:solidFill>
              </a:defRPr>
            </a:lvl1pPr>
          </a:lstStyle>
          <a:p>
            <a:endParaRPr lang="en-US" dirty="0"/>
          </a:p>
        </p:txBody>
      </p:sp>
      <p:sp>
        <p:nvSpPr>
          <p:cNvPr id="6" name="Date Placeholder 5">
            <a:extLst>
              <a:ext uri="{FF2B5EF4-FFF2-40B4-BE49-F238E27FC236}">
                <a16:creationId xmlns:a16="http://schemas.microsoft.com/office/drawing/2014/main" id="{20985B1D-F04F-8CE5-8ECA-5DD078E4BE6D}"/>
              </a:ext>
            </a:extLst>
          </p:cNvPr>
          <p:cNvSpPr>
            <a:spLocks noGrp="1"/>
          </p:cNvSpPr>
          <p:nvPr>
            <p:ph type="dt" sz="half" idx="14"/>
          </p:nvPr>
        </p:nvSpPr>
        <p:spPr/>
        <p:txBody>
          <a:bodyPr/>
          <a:lstStyle>
            <a:lvl1pPr>
              <a:defRPr>
                <a:solidFill>
                  <a:schemeClr val="accent5"/>
                </a:solidFill>
              </a:defRPr>
            </a:lvl1pPr>
          </a:lstStyle>
          <a:p>
            <a:fld id="{2798C5F0-ACA7-492C-9525-49D0F5FBBF60}" type="datetime1">
              <a:rPr lang="en-US" smtClean="0"/>
              <a:t>2/2/2026</a:t>
            </a:fld>
            <a:endParaRPr lang="en-US" dirty="0"/>
          </a:p>
        </p:txBody>
      </p:sp>
      <p:sp>
        <p:nvSpPr>
          <p:cNvPr id="9" name="Slide Number Placeholder 8">
            <a:extLst>
              <a:ext uri="{FF2B5EF4-FFF2-40B4-BE49-F238E27FC236}">
                <a16:creationId xmlns:a16="http://schemas.microsoft.com/office/drawing/2014/main" id="{75C980F6-2991-82D6-64DF-4B1D50E66E06}"/>
              </a:ext>
            </a:extLst>
          </p:cNvPr>
          <p:cNvSpPr>
            <a:spLocks noGrp="1"/>
          </p:cNvSpPr>
          <p:nvPr>
            <p:ph type="sldNum" sz="quarter" idx="16"/>
          </p:nvPr>
        </p:nvSpPr>
        <p:spPr>
          <a:solidFill>
            <a:schemeClr val="accent1">
              <a:lumMod val="90000"/>
              <a:lumOff val="10000"/>
            </a:schemeClr>
          </a:solidFill>
        </p:spPr>
        <p:txBody>
          <a:bodyPr/>
          <a:lstStyle>
            <a:lvl1pPr>
              <a:defRPr>
                <a:solidFill>
                  <a:schemeClr val="accent5"/>
                </a:solidFill>
              </a:defRPr>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1663330383"/>
      </p:ext>
    </p:extLst>
  </p:cSld>
  <p:clrMapOvr>
    <a:overrideClrMapping bg1="dk1" tx1="lt1" bg2="dk2" tx2="lt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4707468" y="4893733"/>
            <a:ext cx="5638800" cy="788610"/>
          </a:xfrm>
        </p:spPr>
        <p:txBody>
          <a:bodyPr anchor="ctr">
            <a:normAutofit/>
          </a:bodyPr>
          <a:lstStyle>
            <a:lvl1pPr algn="r">
              <a:lnSpc>
                <a:spcPct val="120000"/>
              </a:lnSpc>
              <a:defRPr sz="2000" b="1" i="0" spc="0">
                <a:solidFill>
                  <a:schemeClr val="accent1"/>
                </a:solidFill>
                <a:latin typeface="+mj-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862666" y="1388534"/>
            <a:ext cx="8483601" cy="3371246"/>
          </a:xfrm>
        </p:spPr>
        <p:txBody>
          <a:bodyPr anchor="ctr">
            <a:normAutofit/>
          </a:bodyPr>
          <a:lstStyle>
            <a:lvl1pPr marL="164592" indent="-164592">
              <a:lnSpc>
                <a:spcPct val="110000"/>
              </a:lnSpc>
              <a:spcBef>
                <a:spcPts val="0"/>
              </a:spcBef>
              <a:buNone/>
              <a:defRPr sz="5400">
                <a:solidFill>
                  <a:schemeClr val="accent1"/>
                </a:solidFill>
                <a:latin typeface="+mn-lt"/>
              </a:defRPr>
            </a:lvl1pPr>
          </a:lstStyle>
          <a:p>
            <a:pPr lvl="0"/>
            <a:r>
              <a:rPr lang="en-US" dirty="0"/>
              <a:t>Click to add Quote</a:t>
            </a:r>
          </a:p>
        </p:txBody>
      </p:sp>
      <p:sp>
        <p:nvSpPr>
          <p:cNvPr id="11" name="Footer Placeholder 10">
            <a:extLst>
              <a:ext uri="{FF2B5EF4-FFF2-40B4-BE49-F238E27FC236}">
                <a16:creationId xmlns:a16="http://schemas.microsoft.com/office/drawing/2014/main" id="{1F53C451-001F-5730-91EB-CE3683BD9989}"/>
              </a:ext>
            </a:extLst>
          </p:cNvPr>
          <p:cNvSpPr>
            <a:spLocks noGrp="1"/>
          </p:cNvSpPr>
          <p:nvPr>
            <p:ph type="ftr" sz="quarter" idx="15"/>
          </p:nvPr>
        </p:nvSpPr>
        <p:spPr/>
        <p:txBody>
          <a:bodyPr/>
          <a:lstStyle/>
          <a:p>
            <a:endParaRPr lang="en-US" sz="900" dirty="0"/>
          </a:p>
        </p:txBody>
      </p:sp>
      <p:sp>
        <p:nvSpPr>
          <p:cNvPr id="10" name="Date Placeholder 9">
            <a:extLst>
              <a:ext uri="{FF2B5EF4-FFF2-40B4-BE49-F238E27FC236}">
                <a16:creationId xmlns:a16="http://schemas.microsoft.com/office/drawing/2014/main" id="{5EF02229-BED1-8CF1-37B7-C194BEA8DCE6}"/>
              </a:ext>
            </a:extLst>
          </p:cNvPr>
          <p:cNvSpPr>
            <a:spLocks noGrp="1"/>
          </p:cNvSpPr>
          <p:nvPr>
            <p:ph type="dt" sz="half" idx="14"/>
          </p:nvPr>
        </p:nvSpPr>
        <p:spPr/>
        <p:txBody>
          <a:bodyPr/>
          <a:lstStyle/>
          <a:p>
            <a:fld id="{2DBEDBDA-227C-41DF-A0C4-903DF2F99D15}" type="datetime1">
              <a:rPr lang="en-US" smtClean="0"/>
              <a:t>2/2/2026</a:t>
            </a:fld>
            <a:endParaRPr lang="en-US" sz="900" dirty="0"/>
          </a:p>
        </p:txBody>
      </p:sp>
      <p:sp>
        <p:nvSpPr>
          <p:cNvPr id="12" name="Slide Number Placeholder 11">
            <a:extLst>
              <a:ext uri="{FF2B5EF4-FFF2-40B4-BE49-F238E27FC236}">
                <a16:creationId xmlns:a16="http://schemas.microsoft.com/office/drawing/2014/main" id="{FB094225-DC44-88E5-DDBA-DEA1B118441A}"/>
              </a:ext>
            </a:extLst>
          </p:cNvPr>
          <p:cNvSpPr>
            <a:spLocks noGrp="1"/>
          </p:cNvSpPr>
          <p:nvPr>
            <p:ph type="sldNum" sz="quarter" idx="16"/>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269145917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5800" y="685800"/>
            <a:ext cx="10789920" cy="1188720"/>
          </a:xfrm>
        </p:spPr>
        <p:txBody>
          <a:bodyPr anchor="b"/>
          <a:lstStyle>
            <a:lvl1pPr>
              <a:defRPr>
                <a:solidFill>
                  <a:schemeClr val="accent3"/>
                </a:solidFill>
              </a:defRPr>
            </a:lvl1pPr>
          </a:lstStyle>
          <a:p>
            <a:r>
              <a:rPr lang="en-US" dirty="0"/>
              <a:t>Click to edit Master title style</a:t>
            </a:r>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85800" y="2011680"/>
            <a:ext cx="5074920" cy="4206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430963" y="2011680"/>
            <a:ext cx="5075237" cy="420624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er Placeholder 11">
            <a:extLst>
              <a:ext uri="{FF2B5EF4-FFF2-40B4-BE49-F238E27FC236}">
                <a16:creationId xmlns:a16="http://schemas.microsoft.com/office/drawing/2014/main" id="{F59911E2-7BDF-655C-A107-1BA817F14AFC}"/>
              </a:ext>
            </a:extLst>
          </p:cNvPr>
          <p:cNvSpPr>
            <a:spLocks noGrp="1"/>
          </p:cNvSpPr>
          <p:nvPr>
            <p:ph type="ftr" sz="quarter" idx="18"/>
          </p:nvPr>
        </p:nvSpPr>
        <p:spPr/>
        <p:txBody>
          <a:bodyPr/>
          <a:lstStyle/>
          <a:p>
            <a:endParaRPr lang="en-US" sz="900" dirty="0"/>
          </a:p>
        </p:txBody>
      </p:sp>
      <p:sp>
        <p:nvSpPr>
          <p:cNvPr id="11" name="Date Placeholder 10">
            <a:extLst>
              <a:ext uri="{FF2B5EF4-FFF2-40B4-BE49-F238E27FC236}">
                <a16:creationId xmlns:a16="http://schemas.microsoft.com/office/drawing/2014/main" id="{77469F7E-DA26-B77A-24F9-A4A8A2CE5831}"/>
              </a:ext>
            </a:extLst>
          </p:cNvPr>
          <p:cNvSpPr>
            <a:spLocks noGrp="1"/>
          </p:cNvSpPr>
          <p:nvPr>
            <p:ph type="dt" sz="half" idx="17"/>
          </p:nvPr>
        </p:nvSpPr>
        <p:spPr/>
        <p:txBody>
          <a:bodyPr/>
          <a:lstStyle/>
          <a:p>
            <a:fld id="{E4E981A1-C564-488D-B4B6-3CC796C959F2}" type="datetime1">
              <a:rPr lang="en-US" smtClean="0"/>
              <a:t>2/2/2026</a:t>
            </a:fld>
            <a:endParaRPr lang="en-US" sz="900" dirty="0"/>
          </a:p>
        </p:txBody>
      </p:sp>
      <p:sp>
        <p:nvSpPr>
          <p:cNvPr id="13" name="Slide Number Placeholder 12">
            <a:extLst>
              <a:ext uri="{FF2B5EF4-FFF2-40B4-BE49-F238E27FC236}">
                <a16:creationId xmlns:a16="http://schemas.microsoft.com/office/drawing/2014/main" id="{7A3FC417-2883-CB13-B3D3-A80CEA07C35D}"/>
              </a:ext>
            </a:extLst>
          </p:cNvPr>
          <p:cNvSpPr>
            <a:spLocks noGrp="1"/>
          </p:cNvSpPr>
          <p:nvPr>
            <p:ph type="sldNum" sz="quarter" idx="19"/>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337809895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mparis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85800" y="685800"/>
            <a:ext cx="10789920" cy="1188720"/>
          </a:xfrm>
        </p:spPr>
        <p:txBody>
          <a:bodyPr anchor="b"/>
          <a:lstStyle>
            <a:lvl1pPr>
              <a:defRPr>
                <a:solidFill>
                  <a:schemeClr val="accent5"/>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85800" y="2011680"/>
            <a:ext cx="5074920" cy="559834"/>
          </a:xfrm>
        </p:spPr>
        <p:txBody>
          <a:bodyPr anchor="b">
            <a:normAutofit/>
          </a:bodyPr>
          <a:lstStyle>
            <a:lvl1pPr marL="0" indent="0">
              <a:lnSpc>
                <a:spcPct val="90000"/>
              </a:lnSpc>
              <a:buNone/>
              <a:defRPr sz="16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85800" y="2651760"/>
            <a:ext cx="5075238" cy="3566160"/>
          </a:xfrm>
        </p:spPr>
        <p:txBody>
          <a:bodyPr/>
          <a:lstStyle>
            <a:lvl1pPr>
              <a:defRPr>
                <a:solidFill>
                  <a:schemeClr val="accent4"/>
                </a:solidFill>
              </a:defRPr>
            </a:lvl1pPr>
            <a:lvl2pPr>
              <a:defRPr>
                <a:solidFill>
                  <a:schemeClr val="accent4"/>
                </a:solidFill>
              </a:defRPr>
            </a:lvl2pPr>
            <a:lvl3pPr>
              <a:defRPr>
                <a:solidFill>
                  <a:schemeClr val="accent4"/>
                </a:solidFill>
              </a:defRPr>
            </a:lvl3pPr>
            <a:lvl4pPr>
              <a:defRPr>
                <a:solidFill>
                  <a:schemeClr val="accent4"/>
                </a:solidFill>
              </a:defRPr>
            </a:lvl4pPr>
            <a:lvl5pPr>
              <a:defRPr>
                <a:solidFill>
                  <a:schemeClr val="accent4"/>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431280" y="2011680"/>
            <a:ext cx="5074920" cy="559834"/>
          </a:xfrm>
        </p:spPr>
        <p:txBody>
          <a:bodyPr anchor="b">
            <a:normAutofit/>
          </a:bodyPr>
          <a:lstStyle>
            <a:lvl1pPr marL="0" indent="0">
              <a:lnSpc>
                <a:spcPct val="90000"/>
              </a:lnSpc>
              <a:buNone/>
              <a:defRPr sz="1600" b="1" cap="all" baseline="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430644" y="2651760"/>
            <a:ext cx="5075556" cy="3566160"/>
          </a:xfrm>
        </p:spPr>
        <p:txBody>
          <a:bodyPr/>
          <a:lstStyle>
            <a:lvl1pPr>
              <a:defRPr>
                <a:solidFill>
                  <a:schemeClr val="accent4"/>
                </a:solidFill>
              </a:defRPr>
            </a:lvl1pPr>
            <a:lvl2pPr>
              <a:defRPr>
                <a:solidFill>
                  <a:schemeClr val="accent4"/>
                </a:solidFill>
              </a:defRPr>
            </a:lvl2pPr>
            <a:lvl3pPr>
              <a:defRPr>
                <a:solidFill>
                  <a:schemeClr val="accent4"/>
                </a:solidFill>
              </a:defRPr>
            </a:lvl3pPr>
            <a:lvl4pPr>
              <a:defRPr>
                <a:solidFill>
                  <a:schemeClr val="accent4"/>
                </a:solidFill>
              </a:defRPr>
            </a:lvl4pPr>
            <a:lvl5pPr>
              <a:defRPr>
                <a:solidFill>
                  <a:schemeClr val="accent4"/>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Footer Placeholder 13">
            <a:extLst>
              <a:ext uri="{FF2B5EF4-FFF2-40B4-BE49-F238E27FC236}">
                <a16:creationId xmlns:a16="http://schemas.microsoft.com/office/drawing/2014/main" id="{2B39D6C5-BE49-C661-9547-60F27AEF1145}"/>
              </a:ext>
            </a:extLst>
          </p:cNvPr>
          <p:cNvSpPr>
            <a:spLocks noGrp="1"/>
          </p:cNvSpPr>
          <p:nvPr>
            <p:ph type="ftr" sz="quarter" idx="18"/>
          </p:nvPr>
        </p:nvSpPr>
        <p:spPr/>
        <p:txBody>
          <a:bodyPr/>
          <a:lstStyle/>
          <a:p>
            <a:endParaRPr lang="en-US" sz="900" dirty="0"/>
          </a:p>
        </p:txBody>
      </p:sp>
      <p:sp>
        <p:nvSpPr>
          <p:cNvPr id="13" name="Date Placeholder 12">
            <a:extLst>
              <a:ext uri="{FF2B5EF4-FFF2-40B4-BE49-F238E27FC236}">
                <a16:creationId xmlns:a16="http://schemas.microsoft.com/office/drawing/2014/main" id="{358AA496-C21D-D9BA-4441-CB0D35E3388E}"/>
              </a:ext>
            </a:extLst>
          </p:cNvPr>
          <p:cNvSpPr>
            <a:spLocks noGrp="1"/>
          </p:cNvSpPr>
          <p:nvPr>
            <p:ph type="dt" sz="half" idx="17"/>
          </p:nvPr>
        </p:nvSpPr>
        <p:spPr/>
        <p:txBody>
          <a:bodyPr/>
          <a:lstStyle/>
          <a:p>
            <a:fld id="{24BB9295-C80A-4AE3-BDE6-0BC5A09672FF}" type="datetime1">
              <a:rPr lang="en-US" smtClean="0"/>
              <a:t>2/2/2026</a:t>
            </a:fld>
            <a:endParaRPr lang="en-US" sz="900" dirty="0"/>
          </a:p>
        </p:txBody>
      </p:sp>
      <p:sp>
        <p:nvSpPr>
          <p:cNvPr id="15" name="Slide Number Placeholder 14">
            <a:extLst>
              <a:ext uri="{FF2B5EF4-FFF2-40B4-BE49-F238E27FC236}">
                <a16:creationId xmlns:a16="http://schemas.microsoft.com/office/drawing/2014/main" id="{A14FF259-D602-DA0A-DF2B-6CE86DB8CD7D}"/>
              </a:ext>
            </a:extLst>
          </p:cNvPr>
          <p:cNvSpPr>
            <a:spLocks noGrp="1"/>
          </p:cNvSpPr>
          <p:nvPr>
            <p:ph type="sldNum" sz="quarter" idx="19"/>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264244215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685800" y="685799"/>
            <a:ext cx="10789920" cy="1188720"/>
          </a:xfrm>
        </p:spPr>
        <p:txBody>
          <a:bodyPr anchor="t"/>
          <a:lstStyle/>
          <a:p>
            <a:r>
              <a:rPr lang="en-US"/>
              <a:t>Click to edit Master title style</a:t>
            </a:r>
            <a:endParaRPr lang="en-US" dirty="0"/>
          </a:p>
        </p:txBody>
      </p:sp>
      <p:sp>
        <p:nvSpPr>
          <p:cNvPr id="10" name="Footer Placeholder 9">
            <a:extLst>
              <a:ext uri="{FF2B5EF4-FFF2-40B4-BE49-F238E27FC236}">
                <a16:creationId xmlns:a16="http://schemas.microsoft.com/office/drawing/2014/main" id="{F6083F3C-184F-9AB4-3CF8-AB7B6B28E8FF}"/>
              </a:ext>
            </a:extLst>
          </p:cNvPr>
          <p:cNvSpPr>
            <a:spLocks noGrp="1"/>
          </p:cNvSpPr>
          <p:nvPr>
            <p:ph type="ftr" sz="quarter" idx="11"/>
          </p:nvPr>
        </p:nvSpPr>
        <p:spPr/>
        <p:txBody>
          <a:bodyPr/>
          <a:lstStyle/>
          <a:p>
            <a:endParaRPr lang="en-US" sz="900" dirty="0"/>
          </a:p>
        </p:txBody>
      </p:sp>
      <p:sp>
        <p:nvSpPr>
          <p:cNvPr id="9" name="Date Placeholder 8">
            <a:extLst>
              <a:ext uri="{FF2B5EF4-FFF2-40B4-BE49-F238E27FC236}">
                <a16:creationId xmlns:a16="http://schemas.microsoft.com/office/drawing/2014/main" id="{5B003226-9C9B-760D-F310-838151EA35F0}"/>
              </a:ext>
            </a:extLst>
          </p:cNvPr>
          <p:cNvSpPr>
            <a:spLocks noGrp="1"/>
          </p:cNvSpPr>
          <p:nvPr>
            <p:ph type="dt" sz="half" idx="10"/>
          </p:nvPr>
        </p:nvSpPr>
        <p:spPr/>
        <p:txBody>
          <a:bodyPr/>
          <a:lstStyle/>
          <a:p>
            <a:fld id="{DA2ABAB1-FF50-40B7-87E8-FB60025711CA}" type="datetime1">
              <a:rPr lang="en-US" smtClean="0"/>
              <a:t>2/2/2026</a:t>
            </a:fld>
            <a:endParaRPr lang="en-US" sz="900" dirty="0"/>
          </a:p>
        </p:txBody>
      </p:sp>
      <p:sp>
        <p:nvSpPr>
          <p:cNvPr id="11" name="Slide Number Placeholder 10">
            <a:extLst>
              <a:ext uri="{FF2B5EF4-FFF2-40B4-BE49-F238E27FC236}">
                <a16:creationId xmlns:a16="http://schemas.microsoft.com/office/drawing/2014/main" id="{AD8E6416-8BD1-7EAC-101A-165523AED7E9}"/>
              </a:ext>
            </a:extLst>
          </p:cNvPr>
          <p:cNvSpPr>
            <a:spLocks noGrp="1"/>
          </p:cNvSpPr>
          <p:nvPr>
            <p:ph type="sldNum" sz="quarter" idx="12"/>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249072546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9" name="Footer Placeholder 8">
            <a:extLst>
              <a:ext uri="{FF2B5EF4-FFF2-40B4-BE49-F238E27FC236}">
                <a16:creationId xmlns:a16="http://schemas.microsoft.com/office/drawing/2014/main" id="{7988658D-22AE-BD1E-2194-23A4DEE178E8}"/>
              </a:ext>
            </a:extLst>
          </p:cNvPr>
          <p:cNvSpPr>
            <a:spLocks noGrp="1"/>
          </p:cNvSpPr>
          <p:nvPr>
            <p:ph type="ftr" sz="quarter" idx="11"/>
          </p:nvPr>
        </p:nvSpPr>
        <p:spPr/>
        <p:txBody>
          <a:bodyPr/>
          <a:lstStyle/>
          <a:p>
            <a:endParaRPr lang="en-US" sz="900" dirty="0"/>
          </a:p>
        </p:txBody>
      </p:sp>
      <p:sp>
        <p:nvSpPr>
          <p:cNvPr id="8" name="Date Placeholder 7">
            <a:extLst>
              <a:ext uri="{FF2B5EF4-FFF2-40B4-BE49-F238E27FC236}">
                <a16:creationId xmlns:a16="http://schemas.microsoft.com/office/drawing/2014/main" id="{7611BE8B-2319-4D2A-B61B-A76F79C11B43}"/>
              </a:ext>
            </a:extLst>
          </p:cNvPr>
          <p:cNvSpPr>
            <a:spLocks noGrp="1"/>
          </p:cNvSpPr>
          <p:nvPr>
            <p:ph type="dt" sz="half" idx="10"/>
          </p:nvPr>
        </p:nvSpPr>
        <p:spPr/>
        <p:txBody>
          <a:bodyPr/>
          <a:lstStyle/>
          <a:p>
            <a:fld id="{E064D98F-2C05-462A-8334-F2E41A8BBA46}" type="datetime1">
              <a:rPr lang="en-US" smtClean="0"/>
              <a:t>2/2/2026</a:t>
            </a:fld>
            <a:endParaRPr lang="en-US" sz="900" dirty="0"/>
          </a:p>
        </p:txBody>
      </p:sp>
      <p:sp>
        <p:nvSpPr>
          <p:cNvPr id="10" name="Slide Number Placeholder 9">
            <a:extLst>
              <a:ext uri="{FF2B5EF4-FFF2-40B4-BE49-F238E27FC236}">
                <a16:creationId xmlns:a16="http://schemas.microsoft.com/office/drawing/2014/main" id="{FE9B630E-4992-25E4-131E-3732411818F5}"/>
              </a:ext>
            </a:extLst>
          </p:cNvPr>
          <p:cNvSpPr>
            <a:spLocks noGrp="1"/>
          </p:cNvSpPr>
          <p:nvPr>
            <p:ph type="sldNum" sz="quarter" idx="12"/>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380898670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85800" y="685800"/>
            <a:ext cx="3595634" cy="1757505"/>
          </a:xfrm>
        </p:spPr>
        <p:txBody>
          <a:bodyPr anchor="t">
            <a:normAutofit/>
          </a:bodyPr>
          <a:lstStyle>
            <a:lvl1pPr>
              <a:defRPr sz="28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4758922" y="685800"/>
            <a:ext cx="6716798" cy="1783080"/>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685800" y="2743200"/>
            <a:ext cx="10789920" cy="32766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Footer Placeholder 11">
            <a:extLst>
              <a:ext uri="{FF2B5EF4-FFF2-40B4-BE49-F238E27FC236}">
                <a16:creationId xmlns:a16="http://schemas.microsoft.com/office/drawing/2014/main" id="{2116188E-994D-4106-FFA0-FA5FAE5222A4}"/>
              </a:ext>
            </a:extLst>
          </p:cNvPr>
          <p:cNvSpPr>
            <a:spLocks noGrp="1"/>
          </p:cNvSpPr>
          <p:nvPr>
            <p:ph type="ftr" sz="quarter" idx="11"/>
          </p:nvPr>
        </p:nvSpPr>
        <p:spPr/>
        <p:txBody>
          <a:bodyPr/>
          <a:lstStyle/>
          <a:p>
            <a:endParaRPr lang="en-US" sz="900" dirty="0"/>
          </a:p>
        </p:txBody>
      </p:sp>
      <p:sp>
        <p:nvSpPr>
          <p:cNvPr id="11" name="Date Placeholder 10">
            <a:extLst>
              <a:ext uri="{FF2B5EF4-FFF2-40B4-BE49-F238E27FC236}">
                <a16:creationId xmlns:a16="http://schemas.microsoft.com/office/drawing/2014/main" id="{E69C042F-DD36-4382-89A5-D5F37D9AFE39}"/>
              </a:ext>
            </a:extLst>
          </p:cNvPr>
          <p:cNvSpPr>
            <a:spLocks noGrp="1"/>
          </p:cNvSpPr>
          <p:nvPr>
            <p:ph type="dt" sz="half" idx="10"/>
          </p:nvPr>
        </p:nvSpPr>
        <p:spPr/>
        <p:txBody>
          <a:bodyPr/>
          <a:lstStyle/>
          <a:p>
            <a:fld id="{9A5EAA51-F9B0-4C5F-805D-33E4EEE70560}" type="datetime1">
              <a:rPr lang="en-US" smtClean="0"/>
              <a:t>2/2/2026</a:t>
            </a:fld>
            <a:endParaRPr lang="en-US" sz="900" dirty="0"/>
          </a:p>
        </p:txBody>
      </p:sp>
      <p:sp>
        <p:nvSpPr>
          <p:cNvPr id="13" name="Slide Number Placeholder 12">
            <a:extLst>
              <a:ext uri="{FF2B5EF4-FFF2-40B4-BE49-F238E27FC236}">
                <a16:creationId xmlns:a16="http://schemas.microsoft.com/office/drawing/2014/main" id="{881B1974-8A9A-3A32-983C-2F7ABFD3993D}"/>
              </a:ext>
            </a:extLst>
          </p:cNvPr>
          <p:cNvSpPr>
            <a:spLocks noGrp="1"/>
          </p:cNvSpPr>
          <p:nvPr>
            <p:ph type="sldNum" sz="quarter" idx="12"/>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393141077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85800" y="685800"/>
            <a:ext cx="3595634" cy="1762083"/>
          </a:xfrm>
        </p:spPr>
        <p:txBody>
          <a:bodyPr anchor="t">
            <a:normAutofit/>
          </a:bodyPr>
          <a:lstStyle>
            <a:lvl1pPr>
              <a:defRPr sz="2800"/>
            </a:lvl1pPr>
          </a:lstStyle>
          <a:p>
            <a:r>
              <a:rPr lang="en-US" dirty="0"/>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85800" y="2826136"/>
            <a:ext cx="3585586" cy="3483223"/>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5181221" y="557785"/>
            <a:ext cx="6462855" cy="5729164"/>
          </a:xfrm>
          <a:blipFill dpi="0" rotWithShape="1">
            <a:blip r:embed="rId2">
              <a:alphaModFix amt="60000"/>
            </a:blip>
            <a:srcRect/>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12" name="Footer Placeholder 11">
            <a:extLst>
              <a:ext uri="{FF2B5EF4-FFF2-40B4-BE49-F238E27FC236}">
                <a16:creationId xmlns:a16="http://schemas.microsoft.com/office/drawing/2014/main" id="{344F0780-CE7B-8466-F8D7-A8B139060BF8}"/>
              </a:ext>
            </a:extLst>
          </p:cNvPr>
          <p:cNvSpPr>
            <a:spLocks noGrp="1"/>
          </p:cNvSpPr>
          <p:nvPr>
            <p:ph type="ftr" sz="quarter" idx="11"/>
          </p:nvPr>
        </p:nvSpPr>
        <p:spPr/>
        <p:txBody>
          <a:bodyPr/>
          <a:lstStyle/>
          <a:p>
            <a:endParaRPr lang="en-US" sz="900" dirty="0"/>
          </a:p>
        </p:txBody>
      </p:sp>
      <p:sp>
        <p:nvSpPr>
          <p:cNvPr id="11" name="Date Placeholder 10">
            <a:extLst>
              <a:ext uri="{FF2B5EF4-FFF2-40B4-BE49-F238E27FC236}">
                <a16:creationId xmlns:a16="http://schemas.microsoft.com/office/drawing/2014/main" id="{D462242E-A1CE-C25C-AECE-88020BB0423A}"/>
              </a:ext>
            </a:extLst>
          </p:cNvPr>
          <p:cNvSpPr>
            <a:spLocks noGrp="1"/>
          </p:cNvSpPr>
          <p:nvPr>
            <p:ph type="dt" sz="half" idx="10"/>
          </p:nvPr>
        </p:nvSpPr>
        <p:spPr/>
        <p:txBody>
          <a:bodyPr/>
          <a:lstStyle/>
          <a:p>
            <a:fld id="{BA611CFD-382B-47DC-ADC6-A0CEB82A7794}" type="datetime1">
              <a:rPr lang="en-US" smtClean="0"/>
              <a:t>2/2/2026</a:t>
            </a:fld>
            <a:endParaRPr lang="en-US" sz="900" dirty="0"/>
          </a:p>
        </p:txBody>
      </p:sp>
      <p:sp>
        <p:nvSpPr>
          <p:cNvPr id="13" name="Slide Number Placeholder 12">
            <a:extLst>
              <a:ext uri="{FF2B5EF4-FFF2-40B4-BE49-F238E27FC236}">
                <a16:creationId xmlns:a16="http://schemas.microsoft.com/office/drawing/2014/main" id="{506D6421-F2CB-C568-A79B-89C8377F4B4F}"/>
              </a:ext>
            </a:extLst>
          </p:cNvPr>
          <p:cNvSpPr>
            <a:spLocks noGrp="1"/>
          </p:cNvSpPr>
          <p:nvPr>
            <p:ph type="sldNum" sz="quarter" idx="12"/>
          </p:nvPr>
        </p:nvSpPr>
        <p:spPr/>
        <p:txBody>
          <a:bodyPr/>
          <a:lstStyle/>
          <a:p>
            <a:fld id="{AEAA3239-9EA4-4A65-A281-97F994456D9F}" type="slidenum">
              <a:rPr lang="en-US" smtClean="0"/>
              <a:pPr/>
              <a:t>‹#›</a:t>
            </a:fld>
            <a:endParaRPr lang="en-US" sz="900" dirty="0"/>
          </a:p>
        </p:txBody>
      </p:sp>
    </p:spTree>
    <p:extLst>
      <p:ext uri="{BB962C8B-B14F-4D97-AF65-F5344CB8AC3E}">
        <p14:creationId xmlns:p14="http://schemas.microsoft.com/office/powerpoint/2010/main" val="283215298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85800" y="685800"/>
            <a:ext cx="10789920" cy="1965960"/>
          </a:xfrm>
        </p:spPr>
        <p:txBody>
          <a:bodyPr anchor="b">
            <a:normAutofit/>
          </a:bodyPr>
          <a:lstStyle>
            <a:lvl1pPr>
              <a:defRPr sz="7200">
                <a:solidFill>
                  <a:schemeClr val="accent4"/>
                </a:solidFill>
              </a:defRPr>
            </a:lvl1pPr>
          </a:lstStyle>
          <a:p>
            <a:r>
              <a:rPr lang="en-US" dirty="0"/>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85800" y="3017520"/>
            <a:ext cx="10789920" cy="2773136"/>
          </a:xfrm>
        </p:spPr>
        <p:txBody>
          <a:bodyPr/>
          <a:lstStyle>
            <a:lvl1pPr marL="0" indent="0">
              <a:buNone/>
              <a:defRPr>
                <a:solidFill>
                  <a:schemeClr val="accent5"/>
                </a:solidFill>
              </a:defRPr>
            </a:lvl1pPr>
            <a:lvl2pPr marL="228600" indent="0">
              <a:buNone/>
              <a:defRPr>
                <a:solidFill>
                  <a:schemeClr val="accent5"/>
                </a:solidFill>
              </a:defRPr>
            </a:lvl2pPr>
            <a:lvl3pPr marL="457200" indent="0">
              <a:buNone/>
              <a:defRPr>
                <a:solidFill>
                  <a:schemeClr val="accent5"/>
                </a:solidFill>
              </a:defRPr>
            </a:lvl3pPr>
            <a:lvl4pPr marL="685800" indent="0">
              <a:buNone/>
              <a:defRPr>
                <a:solidFill>
                  <a:schemeClr val="accent5"/>
                </a:solidFill>
              </a:defRPr>
            </a:lvl4pPr>
            <a:lvl5pPr marL="914400" indent="0">
              <a:buNone/>
              <a:defRPr>
                <a:solidFill>
                  <a:schemeClr val="accent5"/>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6">
            <a:extLst>
              <a:ext uri="{FF2B5EF4-FFF2-40B4-BE49-F238E27FC236}">
                <a16:creationId xmlns:a16="http://schemas.microsoft.com/office/drawing/2014/main" id="{D5E24FB6-1CFB-DFDB-B253-A94EE73DA041}"/>
              </a:ext>
            </a:extLst>
          </p:cNvPr>
          <p:cNvSpPr>
            <a:spLocks noGrp="1"/>
          </p:cNvSpPr>
          <p:nvPr>
            <p:ph type="ftr" sz="quarter" idx="15"/>
          </p:nvPr>
        </p:nvSpPr>
        <p:spPr/>
        <p:txBody>
          <a:bodyPr/>
          <a:lstStyle>
            <a:lvl1pPr>
              <a:defRPr>
                <a:solidFill>
                  <a:schemeClr val="accent5"/>
                </a:solidFill>
              </a:defRPr>
            </a:lvl1pPr>
          </a:lstStyle>
          <a:p>
            <a:endParaRPr lang="en-US" dirty="0"/>
          </a:p>
        </p:txBody>
      </p:sp>
      <p:sp>
        <p:nvSpPr>
          <p:cNvPr id="3" name="Date Placeholder 2">
            <a:extLst>
              <a:ext uri="{FF2B5EF4-FFF2-40B4-BE49-F238E27FC236}">
                <a16:creationId xmlns:a16="http://schemas.microsoft.com/office/drawing/2014/main" id="{9E073DF3-A339-FA08-30E1-D51D43DF29FE}"/>
              </a:ext>
            </a:extLst>
          </p:cNvPr>
          <p:cNvSpPr>
            <a:spLocks noGrp="1"/>
          </p:cNvSpPr>
          <p:nvPr>
            <p:ph type="dt" sz="half" idx="14"/>
          </p:nvPr>
        </p:nvSpPr>
        <p:spPr/>
        <p:txBody>
          <a:bodyPr/>
          <a:lstStyle>
            <a:lvl1pPr>
              <a:defRPr>
                <a:solidFill>
                  <a:schemeClr val="accent5"/>
                </a:solidFill>
              </a:defRPr>
            </a:lvl1pPr>
          </a:lstStyle>
          <a:p>
            <a:fld id="{33B90DD1-F1E0-496B-B15F-47D63B8E5FB8}" type="datetime1">
              <a:rPr lang="en-US" smtClean="0"/>
              <a:t>2/2/2026</a:t>
            </a:fld>
            <a:endParaRPr lang="en-US" dirty="0"/>
          </a:p>
        </p:txBody>
      </p:sp>
      <p:sp>
        <p:nvSpPr>
          <p:cNvPr id="9" name="Slide Number Placeholder 8">
            <a:extLst>
              <a:ext uri="{FF2B5EF4-FFF2-40B4-BE49-F238E27FC236}">
                <a16:creationId xmlns:a16="http://schemas.microsoft.com/office/drawing/2014/main" id="{F32A04C2-283A-CF86-15A9-6CD9A58FCC9E}"/>
              </a:ext>
            </a:extLst>
          </p:cNvPr>
          <p:cNvSpPr>
            <a:spLocks noGrp="1"/>
          </p:cNvSpPr>
          <p:nvPr>
            <p:ph type="sldNum" sz="quarter" idx="16"/>
          </p:nvPr>
        </p:nvSpPr>
        <p:spPr>
          <a:solidFill>
            <a:schemeClr val="accent1">
              <a:lumMod val="90000"/>
              <a:lumOff val="10000"/>
            </a:schemeClr>
          </a:solidFill>
        </p:spPr>
        <p:txBody>
          <a:bodyPr/>
          <a:lstStyle>
            <a:lvl1pPr>
              <a:defRPr>
                <a:solidFill>
                  <a:schemeClr val="accent5"/>
                </a:solidFill>
              </a:defRPr>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3704564512"/>
      </p:ext>
    </p:extLst>
  </p:cSld>
  <p:clrMapOvr>
    <a:overrideClrMapping bg1="dk1" tx1="lt1" bg2="dk2" tx2="lt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85800" y="685800"/>
            <a:ext cx="8430767" cy="1965960"/>
          </a:xfrm>
        </p:spPr>
        <p:txBody>
          <a:bodyPr anchor="b">
            <a:noAutofit/>
          </a:bodyPr>
          <a:lstStyle>
            <a:lvl1pPr>
              <a:defRPr sz="7200">
                <a:solidFill>
                  <a:schemeClr val="accent5"/>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85800" y="3622674"/>
            <a:ext cx="8430639" cy="1608008"/>
          </a:xfrm>
        </p:spPr>
        <p:txBody>
          <a:bodyPr>
            <a:normAutofit/>
          </a:bodyPr>
          <a:lstStyle>
            <a:lvl1pPr marL="0" indent="0">
              <a:buNone/>
              <a:defRPr sz="1800">
                <a:solidFill>
                  <a:schemeClr val="accent4"/>
                </a:solidFill>
              </a:defRPr>
            </a:lvl1pPr>
            <a:lvl2pPr marL="228600" indent="0">
              <a:buNone/>
              <a:defRPr sz="1600">
                <a:solidFill>
                  <a:schemeClr val="accent4"/>
                </a:solidFill>
              </a:defRPr>
            </a:lvl2pPr>
            <a:lvl3pPr marL="457200" indent="0">
              <a:buNone/>
              <a:defRPr sz="1400">
                <a:solidFill>
                  <a:schemeClr val="accent4"/>
                </a:solidFill>
              </a:defRPr>
            </a:lvl3pPr>
            <a:lvl4pPr marL="685800" indent="0">
              <a:buNone/>
              <a:defRPr sz="1400">
                <a:solidFill>
                  <a:schemeClr val="accent4"/>
                </a:solidFill>
              </a:defRPr>
            </a:lvl4pPr>
            <a:lvl5pPr marL="914400" indent="0">
              <a:buNone/>
              <a:defRPr sz="1200">
                <a:solidFill>
                  <a:schemeClr val="accent4"/>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E0E3BB01-4AB0-AA29-4E5F-6183A4EBE7A5}"/>
              </a:ext>
            </a:extLst>
          </p:cNvPr>
          <p:cNvSpPr>
            <a:spLocks noGrp="1"/>
          </p:cNvSpPr>
          <p:nvPr>
            <p:ph type="ftr" sz="quarter" idx="16"/>
          </p:nvPr>
        </p:nvSpPr>
        <p:spPr/>
        <p:txBody>
          <a:bodyPr/>
          <a:lstStyle>
            <a:lvl1pPr>
              <a:defRPr>
                <a:solidFill>
                  <a:schemeClr val="accent5"/>
                </a:solidFill>
              </a:defRPr>
            </a:lvl1pPr>
          </a:lstStyle>
          <a:p>
            <a:endParaRPr lang="en-US" dirty="0"/>
          </a:p>
        </p:txBody>
      </p:sp>
      <p:sp>
        <p:nvSpPr>
          <p:cNvPr id="3" name="Date Placeholder 2">
            <a:extLst>
              <a:ext uri="{FF2B5EF4-FFF2-40B4-BE49-F238E27FC236}">
                <a16:creationId xmlns:a16="http://schemas.microsoft.com/office/drawing/2014/main" id="{663C4AE6-76FB-D1A9-546D-BC69C27BC893}"/>
              </a:ext>
            </a:extLst>
          </p:cNvPr>
          <p:cNvSpPr>
            <a:spLocks noGrp="1"/>
          </p:cNvSpPr>
          <p:nvPr>
            <p:ph type="dt" sz="half" idx="15"/>
          </p:nvPr>
        </p:nvSpPr>
        <p:spPr/>
        <p:txBody>
          <a:bodyPr/>
          <a:lstStyle>
            <a:lvl1pPr>
              <a:defRPr>
                <a:solidFill>
                  <a:schemeClr val="accent5"/>
                </a:solidFill>
              </a:defRPr>
            </a:lvl1pPr>
          </a:lstStyle>
          <a:p>
            <a:fld id="{BB64C06F-4095-491F-9E20-BA7FA8931860}" type="datetime1">
              <a:rPr lang="en-US" smtClean="0"/>
              <a:t>2/2/2026</a:t>
            </a:fld>
            <a:endParaRPr lang="en-US" dirty="0"/>
          </a:p>
        </p:txBody>
      </p:sp>
      <p:sp>
        <p:nvSpPr>
          <p:cNvPr id="9" name="Slide Number Placeholder 8">
            <a:extLst>
              <a:ext uri="{FF2B5EF4-FFF2-40B4-BE49-F238E27FC236}">
                <a16:creationId xmlns:a16="http://schemas.microsoft.com/office/drawing/2014/main" id="{71356B48-B74F-B1CA-D675-AF12CB06D8A1}"/>
              </a:ext>
            </a:extLst>
          </p:cNvPr>
          <p:cNvSpPr>
            <a:spLocks noGrp="1"/>
          </p:cNvSpPr>
          <p:nvPr>
            <p:ph type="sldNum" sz="quarter" idx="17"/>
          </p:nvPr>
        </p:nvSpPr>
        <p:spPr>
          <a:solidFill>
            <a:schemeClr val="accent1">
              <a:lumMod val="90000"/>
              <a:lumOff val="10000"/>
            </a:schemeClr>
          </a:solidFill>
        </p:spPr>
        <p:txBody>
          <a:bodyPr/>
          <a:lstStyle>
            <a:lvl1pPr>
              <a:defRPr>
                <a:solidFill>
                  <a:schemeClr val="accent5"/>
                </a:solidFill>
              </a:defRPr>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3533522430"/>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theme" Target="../theme/theme1.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4"/>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85800" y="685800"/>
            <a:ext cx="10789920" cy="972373"/>
          </a:xfrm>
          <a:prstGeom prst="rect">
            <a:avLst/>
          </a:prstGeom>
          <a:ln>
            <a:noFill/>
          </a:ln>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85800" y="1828800"/>
            <a:ext cx="10789920" cy="438912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0363200" y="6309360"/>
            <a:ext cx="1295400" cy="548640"/>
          </a:xfrm>
          <a:prstGeom prst="rect">
            <a:avLst/>
          </a:prstGeom>
          <a:noFill/>
        </p:spPr>
        <p:txBody>
          <a:bodyPr vert="horz" lIns="228600" tIns="45720" rIns="228600" bIns="45720" rtlCol="0" anchor="ctr"/>
          <a:lstStyle>
            <a:lvl1pPr algn="ctr" rtl="0">
              <a:defRPr sz="900" b="1" i="0">
                <a:solidFill>
                  <a:schemeClr val="accent1"/>
                </a:solidFill>
                <a:latin typeface="+mj-lt"/>
              </a:defRPr>
            </a:lvl1pPr>
          </a:lstStyle>
          <a:p>
            <a:fld id="{8380909B-5CD7-4E10-93D5-3D93F3E305F0}" type="datetime1">
              <a:rPr lang="en-US" smtClean="0"/>
              <a:t>2/2/2026</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0" y="6309360"/>
            <a:ext cx="1444752" cy="548640"/>
          </a:xfrm>
          <a:prstGeom prst="rect">
            <a:avLst/>
          </a:prstGeom>
          <a:noFill/>
        </p:spPr>
        <p:txBody>
          <a:bodyPr vert="horz" lIns="228600" tIns="45720" rIns="228600" bIns="45720" rtlCol="0" anchor="ctr"/>
          <a:lstStyle>
            <a:lvl1pPr algn="ctr" rtl="0">
              <a:defRPr sz="900" b="1" i="0">
                <a:solidFill>
                  <a:schemeClr val="accent1"/>
                </a:solidFill>
                <a:latin typeface="+mj-lt"/>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noChangeAspect="1"/>
          </p:cNvSpPr>
          <p:nvPr>
            <p:ph type="sldNum" sz="quarter" idx="4"/>
          </p:nvPr>
        </p:nvSpPr>
        <p:spPr>
          <a:xfrm>
            <a:off x="11644076" y="6309360"/>
            <a:ext cx="547924" cy="548640"/>
          </a:xfrm>
          <a:prstGeom prst="rect">
            <a:avLst/>
          </a:prstGeom>
          <a:solidFill>
            <a:schemeClr val="accent1"/>
          </a:solidFill>
        </p:spPr>
        <p:txBody>
          <a:bodyPr vert="horz" lIns="91440" tIns="45720" rIns="91440" bIns="45720" rtlCol="0" anchor="ctr"/>
          <a:lstStyle>
            <a:lvl1pPr algn="ctr" rtl="0">
              <a:defRPr sz="900" b="1" i="0">
                <a:solidFill>
                  <a:schemeClr val="accent5"/>
                </a:solidFill>
                <a:latin typeface="+mj-lt"/>
              </a:defRPr>
            </a:lvl1p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18638355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Lst>
  <p:hf hdr="0"/>
  <p:txStyles>
    <p:titleStyle>
      <a:lvl1pPr algn="l" defTabSz="914400" rtl="0" eaLnBrk="1" latinLnBrk="0" hangingPunct="1">
        <a:lnSpc>
          <a:spcPct val="80000"/>
        </a:lnSpc>
        <a:spcBef>
          <a:spcPct val="0"/>
        </a:spcBef>
        <a:buNone/>
        <a:defRPr sz="3600" b="1" i="0" kern="1200" spc="0" baseline="0">
          <a:solidFill>
            <a:schemeClr val="accent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b="0" i="0" kern="1200">
          <a:solidFill>
            <a:schemeClr val="accent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accent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accent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accent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b="0" i="0" kern="120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3" orient="horz" pos="2160" userDrawn="1">
          <p15:clr>
            <a:srgbClr val="F26B43"/>
          </p15:clr>
        </p15:guide>
        <p15:guide id="24" pos="3840" userDrawn="1">
          <p15:clr>
            <a:srgbClr val="F26B43"/>
          </p15:clr>
        </p15:guide>
        <p15:guide id="25" pos="7296" userDrawn="1">
          <p15:clr>
            <a:srgbClr val="F26B43"/>
          </p15:clr>
        </p15:guide>
        <p15:guide id="26" pos="384"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hyperlink" Target="mailto:W1428896@student.hccs.edu" TargetMode="External"/><Relationship Id="rId3" Type="http://schemas.openxmlformats.org/officeDocument/2006/relationships/image" Target="../media/image7.png"/><Relationship Id="rId7" Type="http://schemas.openxmlformats.org/officeDocument/2006/relationships/hyperlink" Target="mailto:W211144006@student.hcc.edu" TargetMode="External"/><Relationship Id="rId2" Type="http://schemas.openxmlformats.org/officeDocument/2006/relationships/notesSlide" Target="../notesSlides/notesSlide1.xml"/><Relationship Id="rId1" Type="http://schemas.openxmlformats.org/officeDocument/2006/relationships/slideLayout" Target="../slideLayouts/slideLayout50.xml"/><Relationship Id="rId6" Type="http://schemas.openxmlformats.org/officeDocument/2006/relationships/image" Target="../media/image10.svg"/><Relationship Id="rId5" Type="http://schemas.openxmlformats.org/officeDocument/2006/relationships/image" Target="../media/image9.png"/><Relationship Id="rId10" Type="http://schemas.openxmlformats.org/officeDocument/2006/relationships/hyperlink" Target="mailto:W215913890@hccs.student.edu" TargetMode="External"/><Relationship Id="rId4" Type="http://schemas.openxmlformats.org/officeDocument/2006/relationships/image" Target="../media/image8.svg"/><Relationship Id="rId9" Type="http://schemas.openxmlformats.org/officeDocument/2006/relationships/hyperlink" Target="mailto:W217447825@hccs.student.edu"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50.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8.svg"/></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50.xml"/><Relationship Id="rId4" Type="http://schemas.openxmlformats.org/officeDocument/2006/relationships/image" Target="../media/image14.sv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50.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8.sv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50.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8.sv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50.xml"/><Relationship Id="rId4" Type="http://schemas.openxmlformats.org/officeDocument/2006/relationships/image" Target="../media/image14.sv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50.xml"/><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8.sv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50.xml"/><Relationship Id="rId6" Type="http://schemas.openxmlformats.org/officeDocument/2006/relationships/image" Target="../media/image22.svg"/><Relationship Id="rId5" Type="http://schemas.openxmlformats.org/officeDocument/2006/relationships/image" Target="../media/image21.png"/><Relationship Id="rId4" Type="http://schemas.openxmlformats.org/officeDocument/2006/relationships/image" Target="../media/image8.sv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50.xml"/><Relationship Id="rId4" Type="http://schemas.openxmlformats.org/officeDocument/2006/relationships/image" Target="../media/image14.svg"/></Relationships>
</file>

<file path=ppt/slides/_rels/slide10.xml.rels><?xml version="1.0" encoding="UTF-8" standalone="yes"?>
<Relationships xmlns="http://schemas.openxmlformats.org/package/2006/relationships"><Relationship Id="rId8" Type="http://schemas.openxmlformats.org/officeDocument/2006/relationships/image" Target="../media/image26.svg"/><Relationship Id="rId13" Type="http://schemas.openxmlformats.org/officeDocument/2006/relationships/image" Target="../media/image31.png"/><Relationship Id="rId3" Type="http://schemas.openxmlformats.org/officeDocument/2006/relationships/image" Target="../media/image7.png"/><Relationship Id="rId7" Type="http://schemas.openxmlformats.org/officeDocument/2006/relationships/image" Target="../media/image25.png"/><Relationship Id="rId12" Type="http://schemas.openxmlformats.org/officeDocument/2006/relationships/image" Target="../media/image30.svg"/><Relationship Id="rId2" Type="http://schemas.openxmlformats.org/officeDocument/2006/relationships/notesSlide" Target="../notesSlides/notesSlide10.xml"/><Relationship Id="rId1" Type="http://schemas.openxmlformats.org/officeDocument/2006/relationships/slideLayout" Target="../slideLayouts/slideLayout50.xml"/><Relationship Id="rId6" Type="http://schemas.openxmlformats.org/officeDocument/2006/relationships/image" Target="../media/image24.svg"/><Relationship Id="rId11" Type="http://schemas.openxmlformats.org/officeDocument/2006/relationships/image" Target="../media/image29.png"/><Relationship Id="rId5" Type="http://schemas.openxmlformats.org/officeDocument/2006/relationships/image" Target="../media/image23.png"/><Relationship Id="rId10" Type="http://schemas.openxmlformats.org/officeDocument/2006/relationships/image" Target="../media/image28.svg"/><Relationship Id="rId4" Type="http://schemas.openxmlformats.org/officeDocument/2006/relationships/image" Target="../media/image8.svg"/><Relationship Id="rId9" Type="http://schemas.openxmlformats.org/officeDocument/2006/relationships/image" Target="../media/image27.png"/><Relationship Id="rId14" Type="http://schemas.openxmlformats.org/officeDocument/2006/relationships/image" Target="../media/image32.sv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50.xml"/><Relationship Id="rId4" Type="http://schemas.openxmlformats.org/officeDocument/2006/relationships/image" Target="../media/image8.sv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50.xml"/><Relationship Id="rId4" Type="http://schemas.openxmlformats.org/officeDocument/2006/relationships/image" Target="../media/image14.sv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50.xml"/><Relationship Id="rId4" Type="http://schemas.openxmlformats.org/officeDocument/2006/relationships/image" Target="../media/image8.sv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50.xml"/><Relationship Id="rId4" Type="http://schemas.openxmlformats.org/officeDocument/2006/relationships/image" Target="../media/image8.sv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50.xml"/><Relationship Id="rId4" Type="http://schemas.openxmlformats.org/officeDocument/2006/relationships/image" Target="../media/image8.sv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50.xml"/><Relationship Id="rId4" Type="http://schemas.openxmlformats.org/officeDocument/2006/relationships/image" Target="../media/image8.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7BBD012C-801D-4E5B-BC58-C3F6A8BE098B}"/>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9" name="Content Placeholder 8" descr="A playful, colorful illustration of a friendly robot and a child sitting together at a table with open books, gears, and glowing lines connecting ideas, set in a bright, imaginative environment. The scene should feel inviting and educational, with a sense of curiosity and discovery. No visible or implied text, letters, or words should appear anywhere in the image. The composition should allow for a centered title overlay and convey a sense of fun, learning, and approachability">
            <a:extLst>
              <a:ext uri="{FF2B5EF4-FFF2-40B4-BE49-F238E27FC236}">
                <a16:creationId xmlns:a16="http://schemas.microsoft.com/office/drawing/2014/main" id="{594C41AA-810A-42AD-AA1C-4964A3DC07FC}"/>
              </a:ext>
            </a:extLst>
          </p:cNvPr>
          <p:cNvPicPr>
            <a:picLocks noGrp="1" noChangeAspect="1"/>
          </p:cNvPicPr>
          <p:nvPr>
            <p:ph sz="quarter" idx="16"/>
          </p:nvPr>
        </p:nvPicPr>
        <p:blipFill>
          <a:blip r:embed="rId5">
            <a:extLst>
              <a:ext uri="{96DAC541-7B7A-43D3-8B79-37D633B846F1}">
                <asvg:svgBlip xmlns:asvg="http://schemas.microsoft.com/office/drawing/2016/SVG/main" r:embed="rId6"/>
              </a:ext>
            </a:extLst>
          </a:blip>
          <a:stretch>
            <a:fillRect/>
          </a:stretch>
        </p:blipFill>
        <p:spPr>
          <a:xfrm>
            <a:off x="5334000" y="0"/>
            <a:ext cx="6858000" cy="6858000"/>
          </a:xfrm>
          <a:prstGeom prst="rect">
            <a:avLst/>
          </a:prstGeom>
        </p:spPr>
      </p:pic>
      <p:sp>
        <p:nvSpPr>
          <p:cNvPr id="6" name="Date Placeholder 5">
            <a:extLst>
              <a:ext uri="{FF2B5EF4-FFF2-40B4-BE49-F238E27FC236}">
                <a16:creationId xmlns:a16="http://schemas.microsoft.com/office/drawing/2014/main" id="{D62F8CC0-A1F5-B1AC-4848-2D8C2CAB74B3}"/>
              </a:ext>
            </a:extLst>
          </p:cNvPr>
          <p:cNvSpPr>
            <a:spLocks noGrp="1"/>
          </p:cNvSpPr>
          <p:nvPr>
            <p:ph type="dt" sz="half" idx="17"/>
          </p:nvPr>
        </p:nvSpPr>
        <p:spPr/>
        <p:txBody>
          <a:bodyPr/>
          <a:lstStyle/>
          <a:p>
            <a:fld id="{E4E981A1-C564-488D-B4B6-3CC796C959F2}" type="datetime1">
              <a:rPr lang="en-US" smtClean="0"/>
              <a:t>2/2/2026</a:t>
            </a:fld>
            <a:endParaRPr lang="en-US" sz="900" dirty="0"/>
          </a:p>
        </p:txBody>
      </p:sp>
      <p:sp>
        <p:nvSpPr>
          <p:cNvPr id="7" name="Slide Number Placeholder 6">
            <a:extLst>
              <a:ext uri="{FF2B5EF4-FFF2-40B4-BE49-F238E27FC236}">
                <a16:creationId xmlns:a16="http://schemas.microsoft.com/office/drawing/2014/main" id="{9E447A72-FD07-3BD3-03F2-99800B847F68}"/>
              </a:ext>
            </a:extLst>
          </p:cNvPr>
          <p:cNvSpPr>
            <a:spLocks noGrp="1"/>
          </p:cNvSpPr>
          <p:nvPr>
            <p:ph type="sldNum" sz="quarter" idx="19"/>
          </p:nvPr>
        </p:nvSpPr>
        <p:spPr/>
        <p:txBody>
          <a:bodyPr/>
          <a:lstStyle/>
          <a:p>
            <a:fld id="{AEAA3239-9EA4-4A65-A281-97F994456D9F}" type="slidenum">
              <a:rPr lang="en-US" smtClean="0"/>
              <a:pPr/>
              <a:t>1</a:t>
            </a:fld>
            <a:endParaRPr lang="en-US" sz="900" dirty="0"/>
          </a:p>
        </p:txBody>
      </p:sp>
      <p:sp>
        <p:nvSpPr>
          <p:cNvPr id="10" name="TextBox 9">
            <a:extLst>
              <a:ext uri="{FF2B5EF4-FFF2-40B4-BE49-F238E27FC236}">
                <a16:creationId xmlns:a16="http://schemas.microsoft.com/office/drawing/2014/main" id="{E178EF8A-E296-4FE0-8975-3419DAAFC75B}"/>
              </a:ext>
            </a:extLst>
          </p:cNvPr>
          <p:cNvSpPr txBox="1"/>
          <p:nvPr/>
        </p:nvSpPr>
        <p:spPr>
          <a:xfrm>
            <a:off x="619125" y="924966"/>
            <a:ext cx="4614612" cy="2034802"/>
          </a:xfrm>
          <a:prstGeom prst="rect">
            <a:avLst/>
          </a:prstGeom>
          <a:noFill/>
        </p:spPr>
        <p:txBody>
          <a:bodyPr wrap="square" rtlCol="0">
            <a:normAutofit fontScale="92500" lnSpcReduction="10000"/>
          </a:bodyPr>
          <a:lstStyle/>
          <a:p>
            <a:pPr marL="0" algn="l">
              <a:buNone/>
            </a:pPr>
            <a:r>
              <a:rPr sz="4800" b="0" dirty="0">
                <a:solidFill>
                  <a:srgbClr val="105237"/>
                </a:solidFill>
                <a:effectLst/>
                <a:latin typeface="Avenir Next LT Pro" panose="020B0504020202020204" pitchFamily="34" charset="0"/>
              </a:rPr>
              <a:t>Understanding Backpropagation for Kids</a:t>
            </a:r>
            <a:r>
              <a:rPr dirty="0">
                <a:effectLst/>
              </a:rPr>
              <a:t> </a:t>
            </a:r>
            <a:endParaRPr lang="en-US" dirty="0"/>
          </a:p>
        </p:txBody>
      </p:sp>
      <p:sp>
        <p:nvSpPr>
          <p:cNvPr id="11" name="TextBox 10">
            <a:extLst>
              <a:ext uri="{FF2B5EF4-FFF2-40B4-BE49-F238E27FC236}">
                <a16:creationId xmlns:a16="http://schemas.microsoft.com/office/drawing/2014/main" id="{D0A9B9F1-82EB-40BE-AC97-C31A3B46D5F6}"/>
              </a:ext>
            </a:extLst>
          </p:cNvPr>
          <p:cNvSpPr txBox="1"/>
          <p:nvPr/>
        </p:nvSpPr>
        <p:spPr>
          <a:xfrm>
            <a:off x="730918" y="2959768"/>
            <a:ext cx="4391025" cy="594121"/>
          </a:xfrm>
          <a:prstGeom prst="rect">
            <a:avLst/>
          </a:prstGeom>
          <a:noFill/>
        </p:spPr>
        <p:txBody>
          <a:bodyPr wrap="square" rtlCol="0">
            <a:normAutofit lnSpcReduction="10000"/>
          </a:bodyPr>
          <a:lstStyle/>
          <a:p>
            <a:pPr marL="0" algn="l">
              <a:buNone/>
            </a:pPr>
            <a:r>
              <a:rPr sz="1800" b="0" dirty="0">
                <a:solidFill>
                  <a:srgbClr val="105237"/>
                </a:solidFill>
                <a:effectLst/>
                <a:latin typeface="Avenir Next LT Pro" panose="020B0504020202020204" pitchFamily="34" charset="0"/>
              </a:rPr>
              <a:t>How computers learn like we do, simply explained</a:t>
            </a:r>
            <a:r>
              <a:rPr dirty="0">
                <a:effectLst/>
              </a:rPr>
              <a:t> </a:t>
            </a:r>
            <a:endParaRPr lang="en-US" dirty="0"/>
          </a:p>
        </p:txBody>
      </p:sp>
      <p:sp>
        <p:nvSpPr>
          <p:cNvPr id="3" name="TextBox 2">
            <a:extLst>
              <a:ext uri="{FF2B5EF4-FFF2-40B4-BE49-F238E27FC236}">
                <a16:creationId xmlns:a16="http://schemas.microsoft.com/office/drawing/2014/main" id="{444E1178-0C8B-51BF-087A-CE2775167501}"/>
              </a:ext>
            </a:extLst>
          </p:cNvPr>
          <p:cNvSpPr txBox="1"/>
          <p:nvPr/>
        </p:nvSpPr>
        <p:spPr>
          <a:xfrm>
            <a:off x="316832" y="4725103"/>
            <a:ext cx="4700337" cy="1959511"/>
          </a:xfrm>
          <a:prstGeom prst="rect">
            <a:avLst/>
          </a:prstGeom>
          <a:noFill/>
        </p:spPr>
        <p:txBody>
          <a:bodyPr wrap="square">
            <a:spAutoFit/>
          </a:bodyPr>
          <a:lstStyle/>
          <a:p>
            <a:pPr marL="0" marR="0" algn="ctr">
              <a:buNone/>
            </a:pPr>
            <a:r>
              <a:rPr lang="en-US" sz="1200" dirty="0">
                <a:effectLst/>
                <a:ea typeface="Times New Roman" panose="02020603050405020304" pitchFamily="18" charset="0"/>
              </a:rPr>
              <a:t>Francisco Medina- </a:t>
            </a:r>
            <a:r>
              <a:rPr lang="en-US" sz="1200" u="sng" dirty="0">
                <a:solidFill>
                  <a:srgbClr val="1155CC"/>
                </a:solidFill>
                <a:effectLst/>
                <a:ea typeface="Times New Roman" panose="02020603050405020304" pitchFamily="18" charset="0"/>
                <a:hlinkClick r:id="rId7"/>
              </a:rPr>
              <a:t>W211144006@student.hcc.edu</a:t>
            </a:r>
            <a:endParaRPr lang="en-US" sz="1200" dirty="0">
              <a:effectLst/>
              <a:ea typeface="Arial" panose="020B0604020202020204" pitchFamily="34" charset="0"/>
            </a:endParaRPr>
          </a:p>
          <a:p>
            <a:pPr marL="0" marR="0" algn="ctr">
              <a:spcAft>
                <a:spcPts val="800"/>
              </a:spcAft>
              <a:buNone/>
            </a:pPr>
            <a:r>
              <a:rPr lang="en-US" sz="1200" dirty="0">
                <a:effectLst/>
                <a:ea typeface="Times New Roman" panose="02020603050405020304" pitchFamily="18" charset="0"/>
              </a:rPr>
              <a:t>Richard Rodriguez - </a:t>
            </a:r>
            <a:r>
              <a:rPr lang="en-US" sz="1200" u="sng" dirty="0">
                <a:solidFill>
                  <a:srgbClr val="1155CC"/>
                </a:solidFill>
                <a:effectLst/>
                <a:ea typeface="Times New Roman" panose="02020603050405020304" pitchFamily="18" charset="0"/>
                <a:hlinkClick r:id="rId8"/>
              </a:rPr>
              <a:t>W1428896@student.hccs.edu</a:t>
            </a:r>
            <a:br>
              <a:rPr lang="en-US" sz="1200" u="sng" dirty="0">
                <a:solidFill>
                  <a:srgbClr val="1155CC"/>
                </a:solidFill>
                <a:ea typeface="Times New Roman" panose="02020603050405020304" pitchFamily="18" charset="0"/>
              </a:rPr>
            </a:br>
            <a:r>
              <a:rPr lang="en-US" sz="1200" dirty="0">
                <a:effectLst/>
                <a:ea typeface="Times New Roman" panose="02020603050405020304" pitchFamily="18" charset="0"/>
              </a:rPr>
              <a:t>Rida Kashan - </a:t>
            </a:r>
            <a:r>
              <a:rPr lang="en-US" sz="1200" u="sng" dirty="0">
                <a:solidFill>
                  <a:srgbClr val="1155CC"/>
                </a:solidFill>
                <a:effectLst/>
                <a:ea typeface="Times New Roman" panose="02020603050405020304" pitchFamily="18" charset="0"/>
                <a:hlinkClick r:id="rId9"/>
              </a:rPr>
              <a:t>W217447825@hccs.student.edu</a:t>
            </a:r>
            <a:br>
              <a:rPr lang="en-US" sz="1200" u="sng" dirty="0">
                <a:solidFill>
                  <a:srgbClr val="1155CC"/>
                </a:solidFill>
                <a:ea typeface="Times New Roman" panose="02020603050405020304" pitchFamily="18" charset="0"/>
              </a:rPr>
            </a:br>
            <a:r>
              <a:rPr lang="en-US" sz="1200" dirty="0">
                <a:effectLst/>
                <a:ea typeface="Times New Roman" panose="02020603050405020304" pitchFamily="18" charset="0"/>
              </a:rPr>
              <a:t>Yoana Cook - </a:t>
            </a:r>
            <a:r>
              <a:rPr lang="en-US" sz="1200" u="sng" dirty="0">
                <a:solidFill>
                  <a:srgbClr val="1155CC"/>
                </a:solidFill>
                <a:effectLst/>
                <a:ea typeface="Times New Roman" panose="02020603050405020304" pitchFamily="18" charset="0"/>
                <a:hlinkClick r:id="rId10"/>
              </a:rPr>
              <a:t>W215913890@hccs.student.edu</a:t>
            </a:r>
            <a:endParaRPr lang="en-US" sz="1200" dirty="0">
              <a:effectLst/>
              <a:ea typeface="Arial" panose="020B0604020202020204" pitchFamily="34" charset="0"/>
            </a:endParaRPr>
          </a:p>
          <a:p>
            <a:pPr marL="0" marR="0" algn="ctr">
              <a:spcAft>
                <a:spcPts val="800"/>
              </a:spcAft>
              <a:buNone/>
            </a:pPr>
            <a:r>
              <a:rPr lang="en-US" sz="1200" dirty="0">
                <a:effectLst/>
                <a:ea typeface="Times New Roman" panose="02020603050405020304" pitchFamily="18" charset="0"/>
              </a:rPr>
              <a:t> </a:t>
            </a:r>
            <a:endParaRPr lang="en-US" sz="1200" dirty="0">
              <a:effectLst/>
              <a:ea typeface="Arial" panose="020B0604020202020204" pitchFamily="34" charset="0"/>
            </a:endParaRPr>
          </a:p>
          <a:p>
            <a:pPr marL="0" marR="0" algn="ctr">
              <a:buNone/>
            </a:pPr>
            <a:r>
              <a:rPr lang="en-US" sz="1200" dirty="0">
                <a:effectLst/>
                <a:ea typeface="Times New Roman" panose="02020603050405020304" pitchFamily="18" charset="0"/>
              </a:rPr>
              <a:t> Department of Computer Science, Houston City College </a:t>
            </a:r>
            <a:br>
              <a:rPr lang="en-US" sz="1200" dirty="0">
                <a:ea typeface="Times New Roman" panose="02020603050405020304" pitchFamily="18" charset="0"/>
              </a:rPr>
            </a:br>
            <a:r>
              <a:rPr lang="en-US" sz="1200" b="0" kern="0" dirty="0">
                <a:solidFill>
                  <a:srgbClr val="212529"/>
                </a:solidFill>
                <a:effectLst/>
                <a:ea typeface="Times New Roman" panose="02020603050405020304" pitchFamily="18" charset="0"/>
              </a:rPr>
              <a:t>Deep Learning Artificial</a:t>
            </a:r>
            <a:r>
              <a:rPr lang="en-US" sz="1200" b="0" kern="0" dirty="0">
                <a:solidFill>
                  <a:srgbClr val="000000"/>
                </a:solidFill>
                <a:effectLst/>
                <a:ea typeface="Times New Roman" panose="02020603050405020304" pitchFamily="18" charset="0"/>
              </a:rPr>
              <a:t> Intel-14405 ITAI-2376 </a:t>
            </a:r>
            <a:endParaRPr lang="en-US" sz="1200" b="1" kern="0" dirty="0">
              <a:solidFill>
                <a:srgbClr val="1B4965"/>
              </a:solidFill>
              <a:effectLst/>
            </a:endParaRPr>
          </a:p>
          <a:p>
            <a:pPr marL="0" marR="0" algn="ctr">
              <a:buNone/>
            </a:pPr>
            <a:r>
              <a:rPr lang="en-US" sz="1200" dirty="0">
                <a:effectLst/>
                <a:ea typeface="Times New Roman" panose="02020603050405020304" pitchFamily="18" charset="0"/>
              </a:rPr>
              <a:t>Prof. Patricia McManus</a:t>
            </a:r>
            <a:endParaRPr lang="en-US" sz="1200" dirty="0">
              <a:effectLst/>
              <a:ea typeface="Arial" panose="020B0604020202020204" pitchFamily="34" charset="0"/>
            </a:endParaRPr>
          </a:p>
          <a:p>
            <a:pPr marL="0" marR="0" algn="ctr">
              <a:buNone/>
            </a:pPr>
            <a:r>
              <a:rPr lang="en-US" sz="1200" dirty="0">
                <a:effectLst/>
                <a:ea typeface="Times New Roman" panose="02020603050405020304" pitchFamily="18" charset="0"/>
              </a:rPr>
              <a:t>02.04.2026</a:t>
            </a:r>
            <a:endParaRPr lang="en-US" sz="1200" dirty="0">
              <a:effectLst/>
              <a:ea typeface="Arial" panose="020B0604020202020204" pitchFamily="34" charset="0"/>
            </a:endParaRPr>
          </a:p>
        </p:txBody>
      </p:sp>
    </p:spTree>
    <p:extLst>
      <p:ext uri="{BB962C8B-B14F-4D97-AF65-F5344CB8AC3E}">
        <p14:creationId xmlns:p14="http://schemas.microsoft.com/office/powerpoint/2010/main" val="31312589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AE3A674A-8A83-48DB-B312-A2CDEA5A6BE4}"/>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9" name="Content Placeholder 8" descr="An abstract, futuristic illustration depicting a stylized digital brain composed of interconnected glowing nodes and lines, set against a soft, blurred technological background. The composition should be clean and modern, with ample negative space to allow for clear overlay of agenda text. The image should evoke the concepts of artificial intelligence, learning, and neural networks, and should not contain any visible or implied text, letters, or words">
            <a:extLst>
              <a:ext uri="{FF2B5EF4-FFF2-40B4-BE49-F238E27FC236}">
                <a16:creationId xmlns:a16="http://schemas.microsoft.com/office/drawing/2014/main" id="{9575A9ED-E6A8-4D73-A95A-112F6D0C3F67}"/>
              </a:ext>
            </a:extLst>
          </p:cNvPr>
          <p:cNvPicPr>
            <a:picLocks noGrp="1" noChangeAspect="1"/>
          </p:cNvPicPr>
          <p:nvPr>
            <p:ph sz="quarter" idx="16"/>
          </p:nvPr>
        </p:nvPicPr>
        <p:blipFill>
          <a:blip r:embed="rId5">
            <a:extLst>
              <a:ext uri="{96DAC541-7B7A-43D3-8B79-37D633B846F1}">
                <asvg:svgBlip xmlns:asvg="http://schemas.microsoft.com/office/drawing/2016/SVG/main" r:embed="rId6"/>
              </a:ext>
            </a:extLst>
          </a:blip>
          <a:stretch>
            <a:fillRect/>
          </a:stretch>
        </p:blipFill>
        <p:spPr>
          <a:xfrm>
            <a:off x="0" y="0"/>
            <a:ext cx="4572000" cy="6858000"/>
          </a:xfrm>
          <a:prstGeom prst="rect">
            <a:avLst/>
          </a:prstGeom>
        </p:spPr>
      </p:pic>
      <p:sp>
        <p:nvSpPr>
          <p:cNvPr id="6" name="Date Placeholder 5">
            <a:extLst>
              <a:ext uri="{FF2B5EF4-FFF2-40B4-BE49-F238E27FC236}">
                <a16:creationId xmlns:a16="http://schemas.microsoft.com/office/drawing/2014/main" id="{9C6DF49A-5C68-3F00-469E-9A591C20980F}"/>
              </a:ext>
            </a:extLst>
          </p:cNvPr>
          <p:cNvSpPr>
            <a:spLocks noGrp="1"/>
          </p:cNvSpPr>
          <p:nvPr>
            <p:ph type="dt" sz="half" idx="17"/>
          </p:nvPr>
        </p:nvSpPr>
        <p:spPr/>
        <p:txBody>
          <a:bodyPr/>
          <a:lstStyle/>
          <a:p>
            <a:fld id="{E4E981A1-C564-488D-B4B6-3CC796C959F2}" type="datetime1">
              <a:rPr lang="en-US" smtClean="0"/>
              <a:t>2/2/2026</a:t>
            </a:fld>
            <a:endParaRPr lang="en-US" sz="900" dirty="0"/>
          </a:p>
        </p:txBody>
      </p:sp>
      <p:sp>
        <p:nvSpPr>
          <p:cNvPr id="7" name="Slide Number Placeholder 6">
            <a:extLst>
              <a:ext uri="{FF2B5EF4-FFF2-40B4-BE49-F238E27FC236}">
                <a16:creationId xmlns:a16="http://schemas.microsoft.com/office/drawing/2014/main" id="{A59D0954-A504-5D0D-7B53-904B6F8FA19D}"/>
              </a:ext>
            </a:extLst>
          </p:cNvPr>
          <p:cNvSpPr>
            <a:spLocks noGrp="1"/>
          </p:cNvSpPr>
          <p:nvPr>
            <p:ph type="sldNum" sz="quarter" idx="19"/>
          </p:nvPr>
        </p:nvSpPr>
        <p:spPr/>
        <p:txBody>
          <a:bodyPr/>
          <a:lstStyle/>
          <a:p>
            <a:fld id="{AEAA3239-9EA4-4A65-A281-97F994456D9F}" type="slidenum">
              <a:rPr lang="en-US" smtClean="0"/>
              <a:pPr/>
              <a:t>2</a:t>
            </a:fld>
            <a:endParaRPr lang="en-US" sz="900" dirty="0"/>
          </a:p>
        </p:txBody>
      </p:sp>
      <p:sp>
        <p:nvSpPr>
          <p:cNvPr id="10" name="TextBox 9">
            <a:extLst>
              <a:ext uri="{FF2B5EF4-FFF2-40B4-BE49-F238E27FC236}">
                <a16:creationId xmlns:a16="http://schemas.microsoft.com/office/drawing/2014/main" id="{5A12D58C-96DD-4333-B0C1-8FC202FAA0C1}"/>
              </a:ext>
            </a:extLst>
          </p:cNvPr>
          <p:cNvSpPr txBox="1"/>
          <p:nvPr/>
        </p:nvSpPr>
        <p:spPr>
          <a:xfrm>
            <a:off x="5343525" y="1343025"/>
            <a:ext cx="6477000" cy="609600"/>
          </a:xfrm>
          <a:prstGeom prst="rect">
            <a:avLst/>
          </a:prstGeom>
          <a:noFill/>
        </p:spPr>
        <p:txBody>
          <a:bodyPr wrap="square" rtlCol="0">
            <a:normAutofit fontScale="85000" lnSpcReduction="20000"/>
          </a:bodyPr>
          <a:lstStyle/>
          <a:p>
            <a:pPr marL="0" algn="l">
              <a:buNone/>
            </a:pPr>
            <a:r>
              <a:rPr sz="4800">
                <a:solidFill>
                  <a:srgbClr val="5793D0"/>
                </a:solidFill>
                <a:effectLst/>
                <a:latin typeface="Avenir Next LT Pro" panose="020B0504020202020204" pitchFamily="34" charset="0"/>
              </a:rPr>
              <a:t>Agenda</a:t>
            </a:r>
            <a:r>
              <a:rPr>
                <a:effectLst/>
              </a:rPr>
              <a:t> </a:t>
            </a:r>
            <a:endParaRPr lang="en-US"/>
          </a:p>
        </p:txBody>
      </p:sp>
      <p:sp>
        <p:nvSpPr>
          <p:cNvPr id="11" name="TextBox 10">
            <a:extLst>
              <a:ext uri="{FF2B5EF4-FFF2-40B4-BE49-F238E27FC236}">
                <a16:creationId xmlns:a16="http://schemas.microsoft.com/office/drawing/2014/main" id="{EB5C1860-31AD-406E-99D1-D45CEABC1C27}"/>
              </a:ext>
            </a:extLst>
          </p:cNvPr>
          <p:cNvSpPr txBox="1"/>
          <p:nvPr/>
        </p:nvSpPr>
        <p:spPr>
          <a:xfrm>
            <a:off x="5343525" y="2333625"/>
            <a:ext cx="6477000" cy="2577107"/>
          </a:xfrm>
          <a:prstGeom prst="rect">
            <a:avLst/>
          </a:prstGeom>
          <a:noFill/>
        </p:spPr>
        <p:txBody>
          <a:bodyPr wrap="square" rtlCol="0">
            <a:normAutofit/>
          </a:bodyPr>
          <a:lstStyle/>
          <a:p>
            <a:pPr marL="0" algn="l">
              <a:buNone/>
            </a:pPr>
            <a:r>
              <a:rPr sz="2025" b="0">
                <a:solidFill>
                  <a:srgbClr val="105237"/>
                </a:solidFill>
                <a:effectLst/>
                <a:latin typeface="Avenir Next LT Pro" panose="020B0504020202020204" pitchFamily="34" charset="0"/>
              </a:rPr>
              <a:t>• What Is Learning for Computers?</a:t>
            </a:r>
            <a:r>
              <a:rPr>
                <a:effectLst/>
              </a:rPr>
              <a:t> </a:t>
            </a:r>
          </a:p>
          <a:p>
            <a:pPr marL="0" algn="l">
              <a:spcBef>
                <a:spcPts val="1500"/>
              </a:spcBef>
              <a:buNone/>
            </a:pPr>
            <a:r>
              <a:rPr sz="2025" b="0">
                <a:solidFill>
                  <a:srgbClr val="105237"/>
                </a:solidFill>
                <a:effectLst/>
                <a:latin typeface="Avenir Next LT Pro" panose="020B0504020202020204" pitchFamily="34" charset="0"/>
              </a:rPr>
              <a:t>• Meet the Neural Network: The Computer’s Brain</a:t>
            </a:r>
            <a:r>
              <a:rPr>
                <a:effectLst/>
              </a:rPr>
              <a:t> </a:t>
            </a:r>
          </a:p>
          <a:p>
            <a:pPr marL="0" algn="l">
              <a:spcBef>
                <a:spcPts val="1500"/>
              </a:spcBef>
              <a:buNone/>
            </a:pPr>
            <a:r>
              <a:rPr sz="2025" b="0">
                <a:solidFill>
                  <a:srgbClr val="105237"/>
                </a:solidFill>
                <a:effectLst/>
                <a:latin typeface="Avenir Next LT Pro" panose="020B0504020202020204" pitchFamily="34" charset="0"/>
              </a:rPr>
              <a:t>• Making Mistakes and Figuring Out What Went Wrong</a:t>
            </a:r>
            <a:r>
              <a:rPr>
                <a:effectLst/>
              </a:rPr>
              <a:t> </a:t>
            </a:r>
          </a:p>
          <a:p>
            <a:pPr marL="0" algn="l">
              <a:spcBef>
                <a:spcPts val="1500"/>
              </a:spcBef>
              <a:buNone/>
            </a:pPr>
            <a:r>
              <a:rPr sz="2025" b="0">
                <a:solidFill>
                  <a:srgbClr val="105237"/>
                </a:solidFill>
                <a:effectLst/>
                <a:latin typeface="Avenir Next LT Pro" panose="020B0504020202020204" pitchFamily="34" charset="0"/>
              </a:rPr>
              <a:t>• Going Backwards to Get Better: The Secret of Backpropagation</a:t>
            </a:r>
            <a:r>
              <a:rPr>
                <a:effectLst/>
              </a:rPr>
              <a:t> </a:t>
            </a:r>
            <a:endParaRPr lang="en-US"/>
          </a:p>
        </p:txBody>
      </p:sp>
    </p:spTree>
    <p:extLst>
      <p:ext uri="{BB962C8B-B14F-4D97-AF65-F5344CB8AC3E}">
        <p14:creationId xmlns:p14="http://schemas.microsoft.com/office/powerpoint/2010/main" val="42746168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E1F5E4-C9E6-02EC-5367-73D148A303EB}"/>
            </a:ext>
          </a:extLst>
        </p:cNvPr>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5A9BD087-E26F-4FA7-4F4B-3B94BE641F81}"/>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Content Placeholder 3">
            <a:extLst>
              <a:ext uri="{FF2B5EF4-FFF2-40B4-BE49-F238E27FC236}">
                <a16:creationId xmlns:a16="http://schemas.microsoft.com/office/drawing/2014/main" id="{700B65BB-B84D-E109-04E9-1469E8DB7FD3}"/>
              </a:ext>
            </a:extLst>
          </p:cNvPr>
          <p:cNvSpPr>
            <a:spLocks noGrp="1"/>
          </p:cNvSpPr>
          <p:nvPr>
            <p:ph sz="quarter" idx="16"/>
          </p:nvPr>
        </p:nvSpPr>
        <p:spPr>
          <a:xfrm>
            <a:off x="828675" y="3933825"/>
            <a:ext cx="10534650" cy="2095500"/>
          </a:xfrm>
        </p:spPr>
        <p:txBody>
          <a:bodyPr>
            <a:normAutofit fontScale="92500" lnSpcReduction="10000"/>
          </a:bodyPr>
          <a:lstStyle/>
          <a:p>
            <a:pPr marL="0" marR="0" indent="0" algn="l" fontAlgn="b">
              <a:buNone/>
            </a:pPr>
            <a:r>
              <a:rPr lang="en-US" sz="6750" dirty="0">
                <a:solidFill>
                  <a:srgbClr val="DEB4FC"/>
                </a:solidFill>
                <a:effectLst/>
                <a:latin typeface="Avenir Next LT Pro" panose="020B0504020202020204" pitchFamily="34" charset="0"/>
              </a:rPr>
              <a:t>How we learn vs How Computers learn</a:t>
            </a:r>
            <a:endParaRPr lang="en-US" dirty="0"/>
          </a:p>
        </p:txBody>
      </p:sp>
      <p:sp>
        <p:nvSpPr>
          <p:cNvPr id="6" name="Date Placeholder 5">
            <a:extLst>
              <a:ext uri="{FF2B5EF4-FFF2-40B4-BE49-F238E27FC236}">
                <a16:creationId xmlns:a16="http://schemas.microsoft.com/office/drawing/2014/main" id="{3BAA7736-1FC5-BAC3-9304-4245D68B57CC}"/>
              </a:ext>
            </a:extLst>
          </p:cNvPr>
          <p:cNvSpPr>
            <a:spLocks noGrp="1"/>
          </p:cNvSpPr>
          <p:nvPr>
            <p:ph type="dt" sz="half" idx="17"/>
          </p:nvPr>
        </p:nvSpPr>
        <p:spPr/>
        <p:txBody>
          <a:bodyPr/>
          <a:lstStyle/>
          <a:p>
            <a:fld id="{E4E981A1-C564-488D-B4B6-3CC796C959F2}" type="datetime1">
              <a:rPr lang="en-US" smtClean="0"/>
              <a:t>2/2/2026</a:t>
            </a:fld>
            <a:endParaRPr lang="en-US" sz="900" dirty="0"/>
          </a:p>
        </p:txBody>
      </p:sp>
      <p:sp>
        <p:nvSpPr>
          <p:cNvPr id="7" name="Slide Number Placeholder 6">
            <a:extLst>
              <a:ext uri="{FF2B5EF4-FFF2-40B4-BE49-F238E27FC236}">
                <a16:creationId xmlns:a16="http://schemas.microsoft.com/office/drawing/2014/main" id="{7953D332-1616-78FD-8AB2-1D7F178F0E8C}"/>
              </a:ext>
            </a:extLst>
          </p:cNvPr>
          <p:cNvSpPr>
            <a:spLocks noGrp="1"/>
          </p:cNvSpPr>
          <p:nvPr>
            <p:ph type="sldNum" sz="quarter" idx="19"/>
          </p:nvPr>
        </p:nvSpPr>
        <p:spPr/>
        <p:txBody>
          <a:bodyPr/>
          <a:lstStyle/>
          <a:p>
            <a:fld id="{AEAA3239-9EA4-4A65-A281-97F994456D9F}" type="slidenum">
              <a:rPr lang="en-US" smtClean="0"/>
              <a:pPr/>
              <a:t>3</a:t>
            </a:fld>
            <a:endParaRPr lang="en-US" sz="900" dirty="0"/>
          </a:p>
        </p:txBody>
      </p:sp>
    </p:spTree>
    <p:extLst>
      <p:ext uri="{BB962C8B-B14F-4D97-AF65-F5344CB8AC3E}">
        <p14:creationId xmlns:p14="http://schemas.microsoft.com/office/powerpoint/2010/main" val="17020894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D68FB1AD-E20F-4706-BEA9-8775B442E5DB}"/>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9" name="Content Placeholder 8" descr="A sequence showing a young child learning to ride a bicycle outdoors: the first scene depicts the child wobbling and nearly falling with training wheels, the second shows the child practicing and regaining balance after a minor fall, and the third captures the child confidently riding smoothly without assistance. The setting is a sunny park path with trees and grass, and the mood is encouraging and positive. No visible or implied text, letters, or words should appear anywhere in the image. The composition should clearly illustrate the progression of learning through practice and perseverance">
            <a:extLst>
              <a:ext uri="{FF2B5EF4-FFF2-40B4-BE49-F238E27FC236}">
                <a16:creationId xmlns:a16="http://schemas.microsoft.com/office/drawing/2014/main" id="{B289CF69-57C4-4476-BDE7-82931E4A6438}"/>
              </a:ext>
            </a:extLst>
          </p:cNvPr>
          <p:cNvPicPr>
            <a:picLocks noGrp="1" noChangeAspect="1"/>
          </p:cNvPicPr>
          <p:nvPr>
            <p:ph sz="quarter" idx="16"/>
          </p:nvPr>
        </p:nvPicPr>
        <p:blipFill>
          <a:blip r:embed="rId5">
            <a:extLst>
              <a:ext uri="{96DAC541-7B7A-43D3-8B79-37D633B846F1}">
                <asvg:svgBlip xmlns:asvg="http://schemas.microsoft.com/office/drawing/2016/SVG/main" r:embed="rId6"/>
              </a:ext>
            </a:extLst>
          </a:blip>
          <a:stretch>
            <a:fillRect/>
          </a:stretch>
        </p:blipFill>
        <p:spPr>
          <a:xfrm>
            <a:off x="0" y="0"/>
            <a:ext cx="6858000" cy="6858000"/>
          </a:xfrm>
          <a:prstGeom prst="rect">
            <a:avLst/>
          </a:prstGeom>
        </p:spPr>
      </p:pic>
      <p:sp>
        <p:nvSpPr>
          <p:cNvPr id="6" name="Date Placeholder 5">
            <a:extLst>
              <a:ext uri="{FF2B5EF4-FFF2-40B4-BE49-F238E27FC236}">
                <a16:creationId xmlns:a16="http://schemas.microsoft.com/office/drawing/2014/main" id="{96617879-1F49-CFF7-D3E8-CAF619076B2D}"/>
              </a:ext>
            </a:extLst>
          </p:cNvPr>
          <p:cNvSpPr>
            <a:spLocks noGrp="1"/>
          </p:cNvSpPr>
          <p:nvPr>
            <p:ph type="dt" sz="half" idx="17"/>
          </p:nvPr>
        </p:nvSpPr>
        <p:spPr/>
        <p:txBody>
          <a:bodyPr/>
          <a:lstStyle/>
          <a:p>
            <a:fld id="{E4E981A1-C564-488D-B4B6-3CC796C959F2}" type="datetime1">
              <a:rPr lang="en-US" smtClean="0"/>
              <a:t>2/2/2026</a:t>
            </a:fld>
            <a:endParaRPr lang="en-US" sz="900" dirty="0"/>
          </a:p>
        </p:txBody>
      </p:sp>
      <p:sp>
        <p:nvSpPr>
          <p:cNvPr id="7" name="Slide Number Placeholder 6">
            <a:extLst>
              <a:ext uri="{FF2B5EF4-FFF2-40B4-BE49-F238E27FC236}">
                <a16:creationId xmlns:a16="http://schemas.microsoft.com/office/drawing/2014/main" id="{40ABB092-62B5-F1E9-0521-2C593863F051}"/>
              </a:ext>
            </a:extLst>
          </p:cNvPr>
          <p:cNvSpPr>
            <a:spLocks noGrp="1"/>
          </p:cNvSpPr>
          <p:nvPr>
            <p:ph type="sldNum" sz="quarter" idx="19"/>
          </p:nvPr>
        </p:nvSpPr>
        <p:spPr/>
        <p:txBody>
          <a:bodyPr/>
          <a:lstStyle/>
          <a:p>
            <a:fld id="{AEAA3239-9EA4-4A65-A281-97F994456D9F}" type="slidenum">
              <a:rPr lang="en-US" smtClean="0"/>
              <a:pPr/>
              <a:t>4</a:t>
            </a:fld>
            <a:endParaRPr lang="en-US" sz="900" dirty="0"/>
          </a:p>
        </p:txBody>
      </p:sp>
      <p:sp>
        <p:nvSpPr>
          <p:cNvPr id="10" name="TextBox 9">
            <a:extLst>
              <a:ext uri="{FF2B5EF4-FFF2-40B4-BE49-F238E27FC236}">
                <a16:creationId xmlns:a16="http://schemas.microsoft.com/office/drawing/2014/main" id="{15D94531-6DA8-4408-9C49-3721E7D01E25}"/>
              </a:ext>
            </a:extLst>
          </p:cNvPr>
          <p:cNvSpPr txBox="1"/>
          <p:nvPr/>
        </p:nvSpPr>
        <p:spPr>
          <a:xfrm>
            <a:off x="7200900" y="581025"/>
            <a:ext cx="4391025" cy="1005780"/>
          </a:xfrm>
          <a:prstGeom prst="rect">
            <a:avLst/>
          </a:prstGeom>
          <a:noFill/>
        </p:spPr>
        <p:txBody>
          <a:bodyPr wrap="square" rtlCol="0">
            <a:normAutofit fontScale="92500" lnSpcReduction="10000"/>
          </a:bodyPr>
          <a:lstStyle/>
          <a:p>
            <a:pPr marL="0" algn="l">
              <a:buNone/>
            </a:pPr>
            <a:r>
              <a:rPr sz="3600">
                <a:solidFill>
                  <a:srgbClr val="105237"/>
                </a:solidFill>
                <a:effectLst/>
                <a:latin typeface="Avenir Next LT Pro" panose="020B0504020202020204" pitchFamily="34" charset="0"/>
              </a:rPr>
              <a:t>How People Learn New Things</a:t>
            </a:r>
            <a:r>
              <a:rPr>
                <a:effectLst/>
              </a:rPr>
              <a:t> </a:t>
            </a:r>
            <a:endParaRPr lang="en-US"/>
          </a:p>
        </p:txBody>
      </p:sp>
      <p:sp>
        <p:nvSpPr>
          <p:cNvPr id="11" name="TextBox 10">
            <a:extLst>
              <a:ext uri="{FF2B5EF4-FFF2-40B4-BE49-F238E27FC236}">
                <a16:creationId xmlns:a16="http://schemas.microsoft.com/office/drawing/2014/main" id="{1EE4003D-6D24-4888-82C9-7829A213049D}"/>
              </a:ext>
            </a:extLst>
          </p:cNvPr>
          <p:cNvSpPr txBox="1"/>
          <p:nvPr/>
        </p:nvSpPr>
        <p:spPr>
          <a:xfrm>
            <a:off x="7200900" y="1586805"/>
            <a:ext cx="4391025" cy="4690170"/>
          </a:xfrm>
          <a:prstGeom prst="rect">
            <a:avLst/>
          </a:prstGeom>
          <a:noFill/>
        </p:spPr>
        <p:txBody>
          <a:bodyPr wrap="square" rtlCol="0">
            <a:normAutofit fontScale="85000" lnSpcReduction="10000"/>
          </a:bodyPr>
          <a:lstStyle/>
          <a:p>
            <a:pPr marL="0" algn="l">
              <a:buNone/>
            </a:pPr>
            <a:r>
              <a:rPr sz="1425" b="1" dirty="0">
                <a:solidFill>
                  <a:srgbClr val="105237"/>
                </a:solidFill>
                <a:effectLst/>
                <a:latin typeface="Avenir Next LT Pro" panose="020B0504020202020204" pitchFamily="34" charset="0"/>
              </a:rPr>
              <a:t>Try, Wobble, Repeat</a:t>
            </a:r>
            <a:r>
              <a:rPr dirty="0">
                <a:effectLst/>
              </a:rPr>
              <a:t> </a:t>
            </a:r>
          </a:p>
          <a:p>
            <a:pPr marL="0" algn="l">
              <a:spcBef>
                <a:spcPts val="750"/>
              </a:spcBef>
              <a:buNone/>
            </a:pPr>
            <a:r>
              <a:rPr sz="1425" b="0" dirty="0">
                <a:solidFill>
                  <a:srgbClr val="105237"/>
                </a:solidFill>
                <a:effectLst/>
                <a:latin typeface="Avenir Next LT Pro" panose="020B0504020202020204" pitchFamily="34" charset="0"/>
              </a:rPr>
              <a:t>Beginners practice again and again, even if they wobble or fall.</a:t>
            </a:r>
            <a:r>
              <a:rPr dirty="0">
                <a:effectLst/>
              </a:rPr>
              <a:t> </a:t>
            </a:r>
          </a:p>
          <a:p>
            <a:pPr marL="0" algn="l">
              <a:spcBef>
                <a:spcPts val="750"/>
              </a:spcBef>
              <a:buNone/>
            </a:pPr>
            <a:r>
              <a:rPr sz="1425" b="1" dirty="0">
                <a:solidFill>
                  <a:srgbClr val="105237"/>
                </a:solidFill>
                <a:effectLst/>
                <a:latin typeface="Avenir Next LT Pro" panose="020B0504020202020204" pitchFamily="34" charset="0"/>
              </a:rPr>
              <a:t>Learn From Mistakes</a:t>
            </a:r>
            <a:r>
              <a:rPr dirty="0">
                <a:effectLst/>
              </a:rPr>
              <a:t> </a:t>
            </a:r>
          </a:p>
          <a:p>
            <a:pPr marL="0" algn="l">
              <a:spcBef>
                <a:spcPts val="750"/>
              </a:spcBef>
              <a:buNone/>
            </a:pPr>
            <a:r>
              <a:rPr sz="1425" b="0" dirty="0">
                <a:solidFill>
                  <a:srgbClr val="105237"/>
                </a:solidFill>
                <a:effectLst/>
                <a:latin typeface="Avenir Next LT Pro" panose="020B0504020202020204" pitchFamily="34" charset="0"/>
              </a:rPr>
              <a:t>Each attempt teaches the brain how to balance and steer better.</a:t>
            </a:r>
            <a:r>
              <a:rPr dirty="0">
                <a:effectLst/>
              </a:rPr>
              <a:t> </a:t>
            </a:r>
          </a:p>
          <a:p>
            <a:pPr marL="0" algn="l">
              <a:spcBef>
                <a:spcPts val="750"/>
              </a:spcBef>
              <a:buNone/>
            </a:pPr>
            <a:r>
              <a:rPr sz="1425" b="1" dirty="0">
                <a:solidFill>
                  <a:srgbClr val="105237"/>
                </a:solidFill>
                <a:effectLst/>
                <a:latin typeface="Avenir Next LT Pro" panose="020B0504020202020204" pitchFamily="34" charset="0"/>
              </a:rPr>
              <a:t>Confidence Through Practice</a:t>
            </a:r>
            <a:r>
              <a:rPr dirty="0">
                <a:effectLst/>
              </a:rPr>
              <a:t> </a:t>
            </a:r>
          </a:p>
          <a:p>
            <a:pPr marL="0" algn="l">
              <a:spcBef>
                <a:spcPts val="750"/>
              </a:spcBef>
              <a:buNone/>
            </a:pPr>
            <a:r>
              <a:rPr sz="1425" b="0" dirty="0">
                <a:solidFill>
                  <a:srgbClr val="105237"/>
                </a:solidFill>
                <a:effectLst/>
                <a:latin typeface="Avenir Next LT Pro" panose="020B0504020202020204" pitchFamily="34" charset="0"/>
              </a:rPr>
              <a:t>With repeated practice, riding becomes smooth, easy, and fun.</a:t>
            </a:r>
            <a:r>
              <a:rPr dirty="0">
                <a:effectLst/>
              </a:rPr>
              <a:t> </a:t>
            </a:r>
            <a:endParaRPr lang="en-US" dirty="0">
              <a:effectLst/>
            </a:endParaRPr>
          </a:p>
          <a:p>
            <a:pPr marL="0" algn="l">
              <a:spcBef>
                <a:spcPts val="750"/>
              </a:spcBef>
              <a:buNone/>
            </a:pPr>
            <a:endParaRPr lang="en-US" dirty="0"/>
          </a:p>
          <a:p>
            <a:pPr marL="0" algn="l">
              <a:spcBef>
                <a:spcPts val="750"/>
              </a:spcBef>
              <a:buNone/>
            </a:pPr>
            <a:endParaRPr lang="en-US" dirty="0"/>
          </a:p>
          <a:p>
            <a:pPr>
              <a:spcBef>
                <a:spcPts val="750"/>
              </a:spcBef>
            </a:pPr>
            <a:r>
              <a:rPr lang="en-US" dirty="0"/>
              <a:t>When people learn something new, like riding a bike, they try over and over again. At first, they might fall or wobble, but each time they practice, they get a little better by remembering what went wrong. This trial and error process helps their brain adjust the way it balances and moves until riding a bike becomes easy and fun. </a:t>
            </a:r>
          </a:p>
        </p:txBody>
      </p:sp>
    </p:spTree>
    <p:extLst>
      <p:ext uri="{BB962C8B-B14F-4D97-AF65-F5344CB8AC3E}">
        <p14:creationId xmlns:p14="http://schemas.microsoft.com/office/powerpoint/2010/main" val="15652018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35F7887E-3325-4B01-AEB0-0DC8638992C1}"/>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9" name="Content Placeholder 8" descr="A playful illustration showing a cartoon robot repeatedly stacking colored blocks, occasionally making mistakes (blocks falling), and then adjusting its approach to stack the blocks more successfully. The scene should convey trial, error, and improvement, with a friendly, approachable style. No visible or implied text, letters, or words should appear anywhere in the image. The focus should be on the robot's actions and expressions to visually represent learning through practice and correction">
            <a:extLst>
              <a:ext uri="{FF2B5EF4-FFF2-40B4-BE49-F238E27FC236}">
                <a16:creationId xmlns:a16="http://schemas.microsoft.com/office/drawing/2014/main" id="{BAA5A73B-7FF9-4A4A-A445-E908343F2F4B}"/>
              </a:ext>
            </a:extLst>
          </p:cNvPr>
          <p:cNvPicPr>
            <a:picLocks noGrp="1" noChangeAspect="1"/>
          </p:cNvPicPr>
          <p:nvPr>
            <p:ph sz="quarter" idx="16"/>
          </p:nvPr>
        </p:nvPicPr>
        <p:blipFill>
          <a:blip r:embed="rId5">
            <a:extLst>
              <a:ext uri="{96DAC541-7B7A-43D3-8B79-37D633B846F1}">
                <asvg:svgBlip xmlns:asvg="http://schemas.microsoft.com/office/drawing/2016/SVG/main" r:embed="rId6"/>
              </a:ext>
            </a:extLst>
          </a:blip>
          <a:stretch>
            <a:fillRect/>
          </a:stretch>
        </p:blipFill>
        <p:spPr>
          <a:xfrm>
            <a:off x="5334000" y="0"/>
            <a:ext cx="6858000" cy="6858000"/>
          </a:xfrm>
          <a:prstGeom prst="rect">
            <a:avLst/>
          </a:prstGeom>
        </p:spPr>
      </p:pic>
      <p:sp>
        <p:nvSpPr>
          <p:cNvPr id="6" name="Date Placeholder 5">
            <a:extLst>
              <a:ext uri="{FF2B5EF4-FFF2-40B4-BE49-F238E27FC236}">
                <a16:creationId xmlns:a16="http://schemas.microsoft.com/office/drawing/2014/main" id="{82333DF9-0F72-C156-C8BC-027BA71B239D}"/>
              </a:ext>
            </a:extLst>
          </p:cNvPr>
          <p:cNvSpPr>
            <a:spLocks noGrp="1"/>
          </p:cNvSpPr>
          <p:nvPr>
            <p:ph type="dt" sz="half" idx="17"/>
          </p:nvPr>
        </p:nvSpPr>
        <p:spPr/>
        <p:txBody>
          <a:bodyPr/>
          <a:lstStyle/>
          <a:p>
            <a:fld id="{E4E981A1-C564-488D-B4B6-3CC796C959F2}" type="datetime1">
              <a:rPr lang="en-US" smtClean="0"/>
              <a:t>2/2/2026</a:t>
            </a:fld>
            <a:endParaRPr lang="en-US" sz="900" dirty="0"/>
          </a:p>
        </p:txBody>
      </p:sp>
      <p:sp>
        <p:nvSpPr>
          <p:cNvPr id="7" name="Slide Number Placeholder 6">
            <a:extLst>
              <a:ext uri="{FF2B5EF4-FFF2-40B4-BE49-F238E27FC236}">
                <a16:creationId xmlns:a16="http://schemas.microsoft.com/office/drawing/2014/main" id="{294B4A0C-6A9E-A079-3E77-25354B035D35}"/>
              </a:ext>
            </a:extLst>
          </p:cNvPr>
          <p:cNvSpPr>
            <a:spLocks noGrp="1"/>
          </p:cNvSpPr>
          <p:nvPr>
            <p:ph type="sldNum" sz="quarter" idx="19"/>
          </p:nvPr>
        </p:nvSpPr>
        <p:spPr/>
        <p:txBody>
          <a:bodyPr/>
          <a:lstStyle/>
          <a:p>
            <a:fld id="{AEAA3239-9EA4-4A65-A281-97F994456D9F}" type="slidenum">
              <a:rPr lang="en-US" smtClean="0"/>
              <a:pPr/>
              <a:t>5</a:t>
            </a:fld>
            <a:endParaRPr lang="en-US" sz="900" dirty="0"/>
          </a:p>
        </p:txBody>
      </p:sp>
      <p:sp>
        <p:nvSpPr>
          <p:cNvPr id="10" name="TextBox 9">
            <a:extLst>
              <a:ext uri="{FF2B5EF4-FFF2-40B4-BE49-F238E27FC236}">
                <a16:creationId xmlns:a16="http://schemas.microsoft.com/office/drawing/2014/main" id="{DC815553-5A75-4236-87D6-DE23FB1DEBC5}"/>
              </a:ext>
            </a:extLst>
          </p:cNvPr>
          <p:cNvSpPr txBox="1"/>
          <p:nvPr/>
        </p:nvSpPr>
        <p:spPr>
          <a:xfrm>
            <a:off x="619124" y="304800"/>
            <a:ext cx="4391025" cy="1460500"/>
          </a:xfrm>
          <a:prstGeom prst="rect">
            <a:avLst/>
          </a:prstGeom>
          <a:noFill/>
        </p:spPr>
        <p:txBody>
          <a:bodyPr wrap="square" rtlCol="0">
            <a:normAutofit fontScale="92500" lnSpcReduction="10000"/>
          </a:bodyPr>
          <a:lstStyle/>
          <a:p>
            <a:pPr marL="0" algn="l">
              <a:buNone/>
            </a:pPr>
            <a:r>
              <a:rPr sz="3600" dirty="0">
                <a:solidFill>
                  <a:srgbClr val="105237"/>
                </a:solidFill>
                <a:effectLst/>
                <a:latin typeface="Avenir Next LT Pro" panose="020B0504020202020204" pitchFamily="34" charset="0"/>
              </a:rPr>
              <a:t>How Computers Learn Through Practice and Mistakes</a:t>
            </a:r>
            <a:r>
              <a:rPr dirty="0">
                <a:effectLst/>
              </a:rPr>
              <a:t> </a:t>
            </a:r>
            <a:endParaRPr lang="en-US" dirty="0"/>
          </a:p>
        </p:txBody>
      </p:sp>
      <p:sp>
        <p:nvSpPr>
          <p:cNvPr id="11" name="TextBox 10">
            <a:extLst>
              <a:ext uri="{FF2B5EF4-FFF2-40B4-BE49-F238E27FC236}">
                <a16:creationId xmlns:a16="http://schemas.microsoft.com/office/drawing/2014/main" id="{F07BDF30-F351-4082-9FB4-4D8C17EB633D}"/>
              </a:ext>
            </a:extLst>
          </p:cNvPr>
          <p:cNvSpPr txBox="1"/>
          <p:nvPr/>
        </p:nvSpPr>
        <p:spPr>
          <a:xfrm>
            <a:off x="215900" y="1906784"/>
            <a:ext cx="5016500" cy="4760716"/>
          </a:xfrm>
          <a:prstGeom prst="rect">
            <a:avLst/>
          </a:prstGeom>
          <a:noFill/>
        </p:spPr>
        <p:txBody>
          <a:bodyPr wrap="square" rtlCol="0">
            <a:normAutofit/>
          </a:bodyPr>
          <a:lstStyle/>
          <a:p>
            <a:pPr marL="0" algn="l">
              <a:buNone/>
            </a:pPr>
            <a:r>
              <a:rPr sz="1425" b="1" dirty="0">
                <a:solidFill>
                  <a:srgbClr val="105237"/>
                </a:solidFill>
                <a:effectLst/>
                <a:latin typeface="Avenir Next LT Pro" panose="020B0504020202020204" pitchFamily="34" charset="0"/>
              </a:rPr>
              <a:t>Practice</a:t>
            </a:r>
            <a:r>
              <a:rPr dirty="0">
                <a:effectLst/>
              </a:rPr>
              <a:t> </a:t>
            </a:r>
          </a:p>
          <a:p>
            <a:pPr marL="0" algn="l">
              <a:spcBef>
                <a:spcPts val="750"/>
              </a:spcBef>
              <a:buNone/>
            </a:pPr>
            <a:r>
              <a:rPr sz="1425" b="0" dirty="0">
                <a:solidFill>
                  <a:srgbClr val="105237"/>
                </a:solidFill>
                <a:effectLst/>
                <a:latin typeface="Avenir Next LT Pro" panose="020B0504020202020204" pitchFamily="34" charset="0"/>
              </a:rPr>
              <a:t>The computer repeats a task many times to get better.</a:t>
            </a:r>
            <a:r>
              <a:rPr dirty="0">
                <a:effectLst/>
              </a:rPr>
              <a:t> </a:t>
            </a:r>
          </a:p>
          <a:p>
            <a:pPr marL="0" algn="l">
              <a:spcBef>
                <a:spcPts val="750"/>
              </a:spcBef>
              <a:buNone/>
            </a:pPr>
            <a:r>
              <a:rPr sz="1425" b="1" dirty="0">
                <a:solidFill>
                  <a:srgbClr val="105237"/>
                </a:solidFill>
                <a:effectLst/>
                <a:latin typeface="Avenir Next LT Pro" panose="020B0504020202020204" pitchFamily="34" charset="0"/>
              </a:rPr>
              <a:t>Mistakes and Feedback</a:t>
            </a:r>
            <a:r>
              <a:rPr dirty="0">
                <a:effectLst/>
              </a:rPr>
              <a:t> </a:t>
            </a:r>
          </a:p>
          <a:p>
            <a:pPr marL="0" algn="l">
              <a:spcBef>
                <a:spcPts val="750"/>
              </a:spcBef>
              <a:buNone/>
            </a:pPr>
            <a:r>
              <a:rPr sz="1425" b="0" dirty="0">
                <a:solidFill>
                  <a:srgbClr val="105237"/>
                </a:solidFill>
                <a:effectLst/>
                <a:latin typeface="Avenir Next LT Pro" panose="020B0504020202020204" pitchFamily="34" charset="0"/>
              </a:rPr>
              <a:t>It checks answers, notices errors, and learns from them.</a:t>
            </a:r>
            <a:r>
              <a:rPr dirty="0">
                <a:effectLst/>
              </a:rPr>
              <a:t> </a:t>
            </a:r>
          </a:p>
          <a:p>
            <a:pPr marL="0" algn="l">
              <a:spcBef>
                <a:spcPts val="750"/>
              </a:spcBef>
              <a:buNone/>
            </a:pPr>
            <a:r>
              <a:rPr sz="1425" b="1" dirty="0">
                <a:solidFill>
                  <a:srgbClr val="105237"/>
                </a:solidFill>
                <a:effectLst/>
                <a:latin typeface="Avenir Next LT Pro" panose="020B0504020202020204" pitchFamily="34" charset="0"/>
              </a:rPr>
              <a:t>Adjusting Inside</a:t>
            </a:r>
            <a:r>
              <a:rPr dirty="0">
                <a:effectLst/>
              </a:rPr>
              <a:t> </a:t>
            </a:r>
          </a:p>
          <a:p>
            <a:pPr marL="0" algn="l">
              <a:spcBef>
                <a:spcPts val="750"/>
              </a:spcBef>
              <a:buNone/>
            </a:pPr>
            <a:r>
              <a:rPr sz="1425" b="0" dirty="0">
                <a:solidFill>
                  <a:srgbClr val="105237"/>
                </a:solidFill>
                <a:effectLst/>
                <a:latin typeface="Avenir Next LT Pro" panose="020B0504020202020204" pitchFamily="34" charset="0"/>
              </a:rPr>
              <a:t>Tiny internal settings change so results improve next time.</a:t>
            </a:r>
            <a:r>
              <a:rPr dirty="0">
                <a:effectLst/>
              </a:rPr>
              <a:t> </a:t>
            </a:r>
            <a:endParaRPr lang="en-US" dirty="0">
              <a:effectLst/>
            </a:endParaRPr>
          </a:p>
          <a:p>
            <a:pPr>
              <a:spcBef>
                <a:spcPts val="750"/>
              </a:spcBef>
            </a:pPr>
            <a:r>
              <a:rPr lang="en-US" dirty="0"/>
              <a:t>Computers learn by trying to do a task many times and checking if their answers are right. When the computer makes a mistake, it changes little parts inside itself so it can do better next time. This process is a bit like playing a game where the computer learns the rules by trying and correcting mistakes, getting smarter each time it practices. </a:t>
            </a:r>
          </a:p>
        </p:txBody>
      </p:sp>
    </p:spTree>
    <p:extLst>
      <p:ext uri="{BB962C8B-B14F-4D97-AF65-F5344CB8AC3E}">
        <p14:creationId xmlns:p14="http://schemas.microsoft.com/office/powerpoint/2010/main" val="7969224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E65BB5E5-9377-49B5-9E71-80E67D296ECD}"/>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Content Placeholder 3">
            <a:extLst>
              <a:ext uri="{FF2B5EF4-FFF2-40B4-BE49-F238E27FC236}">
                <a16:creationId xmlns:a16="http://schemas.microsoft.com/office/drawing/2014/main" id="{C2C40B2F-0C15-62B1-CA88-E368F1002B55}"/>
              </a:ext>
            </a:extLst>
          </p:cNvPr>
          <p:cNvSpPr>
            <a:spLocks noGrp="1"/>
          </p:cNvSpPr>
          <p:nvPr>
            <p:ph sz="quarter" idx="16"/>
          </p:nvPr>
        </p:nvSpPr>
        <p:spPr>
          <a:xfrm>
            <a:off x="828675" y="3933825"/>
            <a:ext cx="10534650" cy="2095500"/>
          </a:xfrm>
        </p:spPr>
        <p:txBody>
          <a:bodyPr>
            <a:normAutofit fontScale="92500" lnSpcReduction="10000"/>
          </a:bodyPr>
          <a:lstStyle/>
          <a:p>
            <a:pPr marL="0" marR="0" indent="0" algn="l" fontAlgn="b">
              <a:buNone/>
            </a:pPr>
            <a:r>
              <a:rPr sz="6750">
                <a:solidFill>
                  <a:srgbClr val="DEB4FC"/>
                </a:solidFill>
                <a:effectLst/>
                <a:latin typeface="Avenir Next LT Pro" panose="020B0504020202020204" pitchFamily="34" charset="0"/>
              </a:rPr>
              <a:t>Meet the Neural Network: The Computer’s Brain</a:t>
            </a:r>
            <a:r>
              <a:rPr>
                <a:effectLst/>
              </a:rPr>
              <a:t> </a:t>
            </a:r>
            <a:endParaRPr lang="en-US"/>
          </a:p>
        </p:txBody>
      </p:sp>
      <p:sp>
        <p:nvSpPr>
          <p:cNvPr id="6" name="Date Placeholder 5">
            <a:extLst>
              <a:ext uri="{FF2B5EF4-FFF2-40B4-BE49-F238E27FC236}">
                <a16:creationId xmlns:a16="http://schemas.microsoft.com/office/drawing/2014/main" id="{DC9AE4BB-FFA4-C10B-E292-3D0BF4E77F62}"/>
              </a:ext>
            </a:extLst>
          </p:cNvPr>
          <p:cNvSpPr>
            <a:spLocks noGrp="1"/>
          </p:cNvSpPr>
          <p:nvPr>
            <p:ph type="dt" sz="half" idx="17"/>
          </p:nvPr>
        </p:nvSpPr>
        <p:spPr/>
        <p:txBody>
          <a:bodyPr/>
          <a:lstStyle/>
          <a:p>
            <a:fld id="{E4E981A1-C564-488D-B4B6-3CC796C959F2}" type="datetime1">
              <a:rPr lang="en-US" smtClean="0"/>
              <a:t>2/2/2026</a:t>
            </a:fld>
            <a:endParaRPr lang="en-US" sz="900" dirty="0"/>
          </a:p>
        </p:txBody>
      </p:sp>
      <p:sp>
        <p:nvSpPr>
          <p:cNvPr id="7" name="Slide Number Placeholder 6">
            <a:extLst>
              <a:ext uri="{FF2B5EF4-FFF2-40B4-BE49-F238E27FC236}">
                <a16:creationId xmlns:a16="http://schemas.microsoft.com/office/drawing/2014/main" id="{8D96D4AE-DF3A-3757-672D-A509A09260B6}"/>
              </a:ext>
            </a:extLst>
          </p:cNvPr>
          <p:cNvSpPr>
            <a:spLocks noGrp="1"/>
          </p:cNvSpPr>
          <p:nvPr>
            <p:ph type="sldNum" sz="quarter" idx="19"/>
          </p:nvPr>
        </p:nvSpPr>
        <p:spPr/>
        <p:txBody>
          <a:bodyPr/>
          <a:lstStyle/>
          <a:p>
            <a:fld id="{AEAA3239-9EA4-4A65-A281-97F994456D9F}" type="slidenum">
              <a:rPr lang="en-US" smtClean="0"/>
              <a:pPr/>
              <a:t>6</a:t>
            </a:fld>
            <a:endParaRPr lang="en-US" sz="900" dirty="0"/>
          </a:p>
        </p:txBody>
      </p:sp>
    </p:spTree>
    <p:extLst>
      <p:ext uri="{BB962C8B-B14F-4D97-AF65-F5344CB8AC3E}">
        <p14:creationId xmlns:p14="http://schemas.microsoft.com/office/powerpoint/2010/main" val="20003036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3BD9463D-9D82-42A6-937B-6656661C9186}"/>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9" name="Content Placeholder 8" descr="A simplified illustration of a neural network, showing several layers of connected dots (nodes) with lines representing connections between them. The dots should be arranged in input, hidden, and output layers, visually resembling a web or mesh. The style should be clean and modern, with a focus on clarity and relatability. No visible or implied text, letters, or words should appear anywhere in the image. The composition should highlight the flow of information through the network and evoke the concept of pattern recognition">
            <a:extLst>
              <a:ext uri="{FF2B5EF4-FFF2-40B4-BE49-F238E27FC236}">
                <a16:creationId xmlns:a16="http://schemas.microsoft.com/office/drawing/2014/main" id="{0D3FAEB1-8085-4716-A46D-8B5806413E96}"/>
              </a:ext>
            </a:extLst>
          </p:cNvPr>
          <p:cNvPicPr>
            <a:picLocks noGrp="1" noChangeAspect="1"/>
          </p:cNvPicPr>
          <p:nvPr>
            <p:ph sz="quarter" idx="16"/>
          </p:nvPr>
        </p:nvPicPr>
        <p:blipFill>
          <a:blip r:embed="rId5">
            <a:extLst>
              <a:ext uri="{96DAC541-7B7A-43D3-8B79-37D633B846F1}">
                <asvg:svgBlip xmlns:asvg="http://schemas.microsoft.com/office/drawing/2016/SVG/main" r:embed="rId6"/>
              </a:ext>
            </a:extLst>
          </a:blip>
          <a:stretch>
            <a:fillRect/>
          </a:stretch>
        </p:blipFill>
        <p:spPr>
          <a:xfrm>
            <a:off x="5334000" y="0"/>
            <a:ext cx="6858000" cy="6858000"/>
          </a:xfrm>
          <a:prstGeom prst="rect">
            <a:avLst/>
          </a:prstGeom>
        </p:spPr>
      </p:pic>
      <p:sp>
        <p:nvSpPr>
          <p:cNvPr id="6" name="Date Placeholder 5">
            <a:extLst>
              <a:ext uri="{FF2B5EF4-FFF2-40B4-BE49-F238E27FC236}">
                <a16:creationId xmlns:a16="http://schemas.microsoft.com/office/drawing/2014/main" id="{522C43E2-B6F7-F3F7-256F-6403DD90E459}"/>
              </a:ext>
            </a:extLst>
          </p:cNvPr>
          <p:cNvSpPr>
            <a:spLocks noGrp="1"/>
          </p:cNvSpPr>
          <p:nvPr>
            <p:ph type="dt" sz="half" idx="17"/>
          </p:nvPr>
        </p:nvSpPr>
        <p:spPr/>
        <p:txBody>
          <a:bodyPr/>
          <a:lstStyle/>
          <a:p>
            <a:fld id="{E4E981A1-C564-488D-B4B6-3CC796C959F2}" type="datetime1">
              <a:rPr lang="en-US" smtClean="0"/>
              <a:t>2/2/2026</a:t>
            </a:fld>
            <a:endParaRPr lang="en-US" sz="900" dirty="0"/>
          </a:p>
        </p:txBody>
      </p:sp>
      <p:sp>
        <p:nvSpPr>
          <p:cNvPr id="7" name="Slide Number Placeholder 6">
            <a:extLst>
              <a:ext uri="{FF2B5EF4-FFF2-40B4-BE49-F238E27FC236}">
                <a16:creationId xmlns:a16="http://schemas.microsoft.com/office/drawing/2014/main" id="{F13C3863-00CB-784A-193F-65DC9F1A089F}"/>
              </a:ext>
            </a:extLst>
          </p:cNvPr>
          <p:cNvSpPr>
            <a:spLocks noGrp="1"/>
          </p:cNvSpPr>
          <p:nvPr>
            <p:ph type="sldNum" sz="quarter" idx="19"/>
          </p:nvPr>
        </p:nvSpPr>
        <p:spPr/>
        <p:txBody>
          <a:bodyPr/>
          <a:lstStyle/>
          <a:p>
            <a:fld id="{AEAA3239-9EA4-4A65-A281-97F994456D9F}" type="slidenum">
              <a:rPr lang="en-US" smtClean="0"/>
              <a:pPr/>
              <a:t>7</a:t>
            </a:fld>
            <a:endParaRPr lang="en-US" sz="900" dirty="0"/>
          </a:p>
        </p:txBody>
      </p:sp>
      <p:sp>
        <p:nvSpPr>
          <p:cNvPr id="10" name="TextBox 9">
            <a:extLst>
              <a:ext uri="{FF2B5EF4-FFF2-40B4-BE49-F238E27FC236}">
                <a16:creationId xmlns:a16="http://schemas.microsoft.com/office/drawing/2014/main" id="{AF3D8F07-9063-43C3-A3C8-272FCD99295F}"/>
              </a:ext>
            </a:extLst>
          </p:cNvPr>
          <p:cNvSpPr txBox="1"/>
          <p:nvPr/>
        </p:nvSpPr>
        <p:spPr>
          <a:xfrm>
            <a:off x="606425" y="200025"/>
            <a:ext cx="4391025" cy="1005780"/>
          </a:xfrm>
          <a:prstGeom prst="rect">
            <a:avLst/>
          </a:prstGeom>
          <a:noFill/>
        </p:spPr>
        <p:txBody>
          <a:bodyPr wrap="square" rtlCol="0">
            <a:normAutofit fontScale="92500" lnSpcReduction="10000"/>
          </a:bodyPr>
          <a:lstStyle/>
          <a:p>
            <a:pPr marL="0" algn="l">
              <a:buNone/>
            </a:pPr>
            <a:r>
              <a:rPr sz="3600" dirty="0">
                <a:solidFill>
                  <a:srgbClr val="105237"/>
                </a:solidFill>
                <a:effectLst/>
                <a:latin typeface="Avenir Next LT Pro" panose="020B0504020202020204" pitchFamily="34" charset="0"/>
              </a:rPr>
              <a:t>What a Neural Network Is</a:t>
            </a:r>
            <a:r>
              <a:rPr dirty="0">
                <a:effectLst/>
              </a:rPr>
              <a:t> </a:t>
            </a:r>
            <a:endParaRPr lang="en-US" dirty="0"/>
          </a:p>
        </p:txBody>
      </p:sp>
      <p:sp>
        <p:nvSpPr>
          <p:cNvPr id="11" name="TextBox 10">
            <a:extLst>
              <a:ext uri="{FF2B5EF4-FFF2-40B4-BE49-F238E27FC236}">
                <a16:creationId xmlns:a16="http://schemas.microsoft.com/office/drawing/2014/main" id="{A130654D-38A9-4321-8D45-2AD88091DB6D}"/>
              </a:ext>
            </a:extLst>
          </p:cNvPr>
          <p:cNvSpPr txBox="1"/>
          <p:nvPr/>
        </p:nvSpPr>
        <p:spPr>
          <a:xfrm>
            <a:off x="152400" y="1295400"/>
            <a:ext cx="5181599" cy="5562600"/>
          </a:xfrm>
          <a:prstGeom prst="rect">
            <a:avLst/>
          </a:prstGeom>
          <a:noFill/>
        </p:spPr>
        <p:txBody>
          <a:bodyPr wrap="square" rtlCol="0">
            <a:normAutofit lnSpcReduction="10000"/>
          </a:bodyPr>
          <a:lstStyle/>
          <a:p>
            <a:pPr marL="0" algn="l">
              <a:buNone/>
            </a:pPr>
            <a:r>
              <a:rPr sz="1500" b="1" dirty="0">
                <a:solidFill>
                  <a:srgbClr val="105237"/>
                </a:solidFill>
                <a:effectLst/>
                <a:latin typeface="Avenir Next LT Pro" panose="020B0504020202020204" pitchFamily="34" charset="0"/>
              </a:rPr>
              <a:t>Web of connected nodes</a:t>
            </a:r>
            <a:r>
              <a:rPr dirty="0">
                <a:effectLst/>
              </a:rPr>
              <a:t> </a:t>
            </a:r>
          </a:p>
          <a:p>
            <a:pPr marL="0" algn="l">
              <a:spcBef>
                <a:spcPts val="750"/>
              </a:spcBef>
              <a:buNone/>
            </a:pPr>
            <a:r>
              <a:rPr sz="1500" b="0" dirty="0">
                <a:solidFill>
                  <a:srgbClr val="105237"/>
                </a:solidFill>
                <a:effectLst/>
                <a:latin typeface="Avenir Next LT Pro" panose="020B0504020202020204" pitchFamily="34" charset="0"/>
              </a:rPr>
              <a:t>Dots (nodes) send signals to one another, similar to brain cells.</a:t>
            </a:r>
            <a:r>
              <a:rPr dirty="0">
                <a:effectLst/>
              </a:rPr>
              <a:t> </a:t>
            </a:r>
          </a:p>
          <a:p>
            <a:pPr marL="0" algn="l">
              <a:spcBef>
                <a:spcPts val="1050"/>
              </a:spcBef>
              <a:buNone/>
            </a:pPr>
            <a:r>
              <a:rPr sz="1500" b="1" dirty="0">
                <a:solidFill>
                  <a:srgbClr val="105237"/>
                </a:solidFill>
                <a:effectLst/>
                <a:latin typeface="Avenir Next LT Pro" panose="020B0504020202020204" pitchFamily="34" charset="0"/>
              </a:rPr>
              <a:t>Layers pass information</a:t>
            </a:r>
            <a:r>
              <a:rPr dirty="0">
                <a:effectLst/>
              </a:rPr>
              <a:t> </a:t>
            </a:r>
          </a:p>
          <a:p>
            <a:pPr marL="0" algn="l">
              <a:spcBef>
                <a:spcPts val="750"/>
              </a:spcBef>
              <a:buNone/>
            </a:pPr>
            <a:r>
              <a:rPr sz="1500" b="0" dirty="0">
                <a:solidFill>
                  <a:srgbClr val="105237"/>
                </a:solidFill>
                <a:effectLst/>
                <a:latin typeface="Avenir Next LT Pro" panose="020B0504020202020204" pitchFamily="34" charset="0"/>
              </a:rPr>
              <a:t>Input, hidden, and output layers transform signals step by step.</a:t>
            </a:r>
            <a:r>
              <a:rPr dirty="0">
                <a:effectLst/>
              </a:rPr>
              <a:t> </a:t>
            </a:r>
          </a:p>
          <a:p>
            <a:pPr marL="0" algn="l">
              <a:spcBef>
                <a:spcPts val="1050"/>
              </a:spcBef>
              <a:buNone/>
            </a:pPr>
            <a:r>
              <a:rPr sz="1500" b="1" dirty="0">
                <a:solidFill>
                  <a:srgbClr val="105237"/>
                </a:solidFill>
                <a:effectLst/>
                <a:latin typeface="Avenir Next LT Pro" panose="020B0504020202020204" pitchFamily="34" charset="0"/>
              </a:rPr>
              <a:t>Recognizing patterns</a:t>
            </a:r>
            <a:r>
              <a:rPr dirty="0">
                <a:effectLst/>
              </a:rPr>
              <a:t> </a:t>
            </a:r>
          </a:p>
          <a:p>
            <a:pPr marL="0" algn="l">
              <a:spcBef>
                <a:spcPts val="750"/>
              </a:spcBef>
              <a:buNone/>
            </a:pPr>
            <a:r>
              <a:rPr sz="1500" b="0" dirty="0">
                <a:solidFill>
                  <a:srgbClr val="105237"/>
                </a:solidFill>
                <a:effectLst/>
                <a:latin typeface="Avenir Next LT Pro" panose="020B0504020202020204" pitchFamily="34" charset="0"/>
              </a:rPr>
              <a:t>By adjusting connections, the network learns to identify images and sounds.</a:t>
            </a:r>
            <a:r>
              <a:rPr dirty="0">
                <a:effectLst/>
              </a:rPr>
              <a:t> </a:t>
            </a:r>
            <a:endParaRPr lang="en-US" dirty="0">
              <a:effectLst/>
            </a:endParaRPr>
          </a:p>
          <a:p>
            <a:pPr marL="0" algn="l">
              <a:spcBef>
                <a:spcPts val="750"/>
              </a:spcBef>
              <a:buNone/>
            </a:pPr>
            <a:endParaRPr lang="en-US" dirty="0"/>
          </a:p>
          <a:p>
            <a:pPr>
              <a:spcBef>
                <a:spcPts val="750"/>
              </a:spcBef>
            </a:pPr>
            <a:r>
              <a:rPr lang="en-US" dirty="0"/>
              <a:t>A neural network looks like a big web of connected dots or nodes. Each dot talks to others by sending signals, just like how the brain's nerve cells work together. These connections help computers recognize patterns like pictures or sounds by passing information through layers of dots and deciding what they see or hear. </a:t>
            </a:r>
          </a:p>
        </p:txBody>
      </p:sp>
    </p:spTree>
    <p:extLst>
      <p:ext uri="{BB962C8B-B14F-4D97-AF65-F5344CB8AC3E}">
        <p14:creationId xmlns:p14="http://schemas.microsoft.com/office/powerpoint/2010/main" val="3903095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F9C8DA16-AA10-4DED-9F80-FBA491A02018}"/>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pic>
        <p:nvPicPr>
          <p:cNvPr id="9" name="Content Placeholder 8" descr="An imaginative illustration showing a stylized neural network represented by interconnected dots and lines, with a cartoon-like thought bubble above it containing a question mark, symbolizing the network making a guess. In the background, include subtle visual hints of a quiz setting, such as a desk and a quiz paper, to reinforce the analogy. The overall mood should convey curiosity and learning. No visible or implied text, letters, or words should appear anywhere in the image">
            <a:extLst>
              <a:ext uri="{FF2B5EF4-FFF2-40B4-BE49-F238E27FC236}">
                <a16:creationId xmlns:a16="http://schemas.microsoft.com/office/drawing/2014/main" id="{9E8243D9-909C-4419-A0A5-C95827C63331}"/>
              </a:ext>
            </a:extLst>
          </p:cNvPr>
          <p:cNvPicPr>
            <a:picLocks noGrp="1" noChangeAspect="1"/>
          </p:cNvPicPr>
          <p:nvPr>
            <p:ph sz="quarter" idx="16"/>
          </p:nvPr>
        </p:nvPicPr>
        <p:blipFill>
          <a:blip r:embed="rId5">
            <a:extLst>
              <a:ext uri="{96DAC541-7B7A-43D3-8B79-37D633B846F1}">
                <asvg:svgBlip xmlns:asvg="http://schemas.microsoft.com/office/drawing/2016/SVG/main" r:embed="rId6"/>
              </a:ext>
            </a:extLst>
          </a:blip>
          <a:stretch>
            <a:fillRect/>
          </a:stretch>
        </p:blipFill>
        <p:spPr>
          <a:xfrm>
            <a:off x="5334000" y="0"/>
            <a:ext cx="6858000" cy="6858000"/>
          </a:xfrm>
          <a:prstGeom prst="rect">
            <a:avLst/>
          </a:prstGeom>
        </p:spPr>
      </p:pic>
      <p:sp>
        <p:nvSpPr>
          <p:cNvPr id="6" name="Date Placeholder 5">
            <a:extLst>
              <a:ext uri="{FF2B5EF4-FFF2-40B4-BE49-F238E27FC236}">
                <a16:creationId xmlns:a16="http://schemas.microsoft.com/office/drawing/2014/main" id="{5E15002E-A90C-0DE1-6C70-BAEC7B29EDFA}"/>
              </a:ext>
            </a:extLst>
          </p:cNvPr>
          <p:cNvSpPr>
            <a:spLocks noGrp="1"/>
          </p:cNvSpPr>
          <p:nvPr>
            <p:ph type="dt" sz="half" idx="17"/>
          </p:nvPr>
        </p:nvSpPr>
        <p:spPr/>
        <p:txBody>
          <a:bodyPr/>
          <a:lstStyle/>
          <a:p>
            <a:fld id="{E4E981A1-C564-488D-B4B6-3CC796C959F2}" type="datetime1">
              <a:rPr lang="en-US" smtClean="0"/>
              <a:t>2/2/2026</a:t>
            </a:fld>
            <a:endParaRPr lang="en-US" sz="900" dirty="0"/>
          </a:p>
        </p:txBody>
      </p:sp>
      <p:sp>
        <p:nvSpPr>
          <p:cNvPr id="7" name="Slide Number Placeholder 6">
            <a:extLst>
              <a:ext uri="{FF2B5EF4-FFF2-40B4-BE49-F238E27FC236}">
                <a16:creationId xmlns:a16="http://schemas.microsoft.com/office/drawing/2014/main" id="{E6C49B9E-401C-637B-30D4-6EE37EE2D9AD}"/>
              </a:ext>
            </a:extLst>
          </p:cNvPr>
          <p:cNvSpPr>
            <a:spLocks noGrp="1"/>
          </p:cNvSpPr>
          <p:nvPr>
            <p:ph type="sldNum" sz="quarter" idx="19"/>
          </p:nvPr>
        </p:nvSpPr>
        <p:spPr/>
        <p:txBody>
          <a:bodyPr/>
          <a:lstStyle/>
          <a:p>
            <a:fld id="{AEAA3239-9EA4-4A65-A281-97F994456D9F}" type="slidenum">
              <a:rPr lang="en-US" smtClean="0"/>
              <a:pPr/>
              <a:t>8</a:t>
            </a:fld>
            <a:endParaRPr lang="en-US" sz="900" dirty="0"/>
          </a:p>
        </p:txBody>
      </p:sp>
      <p:sp>
        <p:nvSpPr>
          <p:cNvPr id="10" name="TextBox 9">
            <a:extLst>
              <a:ext uri="{FF2B5EF4-FFF2-40B4-BE49-F238E27FC236}">
                <a16:creationId xmlns:a16="http://schemas.microsoft.com/office/drawing/2014/main" id="{DD4B64D2-2F06-41B3-B16C-7A97DC784BB0}"/>
              </a:ext>
            </a:extLst>
          </p:cNvPr>
          <p:cNvSpPr txBox="1"/>
          <p:nvPr/>
        </p:nvSpPr>
        <p:spPr>
          <a:xfrm>
            <a:off x="570357" y="178689"/>
            <a:ext cx="4391025" cy="1508670"/>
          </a:xfrm>
          <a:prstGeom prst="rect">
            <a:avLst/>
          </a:prstGeom>
          <a:noFill/>
        </p:spPr>
        <p:txBody>
          <a:bodyPr wrap="square" rtlCol="0">
            <a:normAutofit fontScale="92500"/>
          </a:bodyPr>
          <a:lstStyle/>
          <a:p>
            <a:pPr marL="0" algn="l">
              <a:buNone/>
            </a:pPr>
            <a:r>
              <a:rPr sz="3600" dirty="0">
                <a:solidFill>
                  <a:srgbClr val="105237"/>
                </a:solidFill>
                <a:effectLst/>
                <a:latin typeface="Avenir Next LT Pro" panose="020B0504020202020204" pitchFamily="34" charset="0"/>
              </a:rPr>
              <a:t>How Neural Networks Make Guesses</a:t>
            </a:r>
            <a:r>
              <a:rPr dirty="0">
                <a:effectLst/>
              </a:rPr>
              <a:t> </a:t>
            </a:r>
            <a:endParaRPr lang="en-US" dirty="0"/>
          </a:p>
        </p:txBody>
      </p:sp>
      <p:sp>
        <p:nvSpPr>
          <p:cNvPr id="11" name="TextBox 10">
            <a:extLst>
              <a:ext uri="{FF2B5EF4-FFF2-40B4-BE49-F238E27FC236}">
                <a16:creationId xmlns:a16="http://schemas.microsoft.com/office/drawing/2014/main" id="{C7227ECA-B162-4699-B4B6-04373B860158}"/>
              </a:ext>
            </a:extLst>
          </p:cNvPr>
          <p:cNvSpPr txBox="1"/>
          <p:nvPr/>
        </p:nvSpPr>
        <p:spPr>
          <a:xfrm>
            <a:off x="97536" y="1353312"/>
            <a:ext cx="5236463" cy="5504688"/>
          </a:xfrm>
          <a:prstGeom prst="rect">
            <a:avLst/>
          </a:prstGeom>
          <a:noFill/>
        </p:spPr>
        <p:txBody>
          <a:bodyPr wrap="square" rtlCol="0">
            <a:normAutofit/>
          </a:bodyPr>
          <a:lstStyle/>
          <a:p>
            <a:pPr marL="0" algn="l">
              <a:buNone/>
            </a:pPr>
            <a:r>
              <a:rPr sz="1500" b="1" dirty="0">
                <a:solidFill>
                  <a:srgbClr val="105237"/>
                </a:solidFill>
                <a:effectLst/>
                <a:latin typeface="Avenir Next LT Pro" panose="020B0504020202020204" pitchFamily="34" charset="0"/>
              </a:rPr>
              <a:t>New input = quiz question</a:t>
            </a:r>
            <a:r>
              <a:rPr dirty="0">
                <a:effectLst/>
              </a:rPr>
              <a:t> </a:t>
            </a:r>
          </a:p>
          <a:p>
            <a:pPr marL="0" algn="l">
              <a:spcBef>
                <a:spcPts val="750"/>
              </a:spcBef>
              <a:buNone/>
            </a:pPr>
            <a:r>
              <a:rPr sz="1500" b="0" dirty="0">
                <a:solidFill>
                  <a:srgbClr val="105237"/>
                </a:solidFill>
                <a:effectLst/>
                <a:latin typeface="Avenir Next LT Pro" panose="020B0504020202020204" pitchFamily="34" charset="0"/>
              </a:rPr>
              <a:t>When it sees something unfamiliar, it makes its best guess.</a:t>
            </a:r>
            <a:r>
              <a:rPr dirty="0">
                <a:effectLst/>
              </a:rPr>
              <a:t> </a:t>
            </a:r>
          </a:p>
          <a:p>
            <a:pPr marL="0" algn="l">
              <a:spcBef>
                <a:spcPts val="1050"/>
              </a:spcBef>
              <a:buNone/>
            </a:pPr>
            <a:r>
              <a:rPr sz="1500" b="1" dirty="0">
                <a:solidFill>
                  <a:srgbClr val="105237"/>
                </a:solidFill>
                <a:effectLst/>
                <a:latin typeface="Avenir Next LT Pro" panose="020B0504020202020204" pitchFamily="34" charset="0"/>
              </a:rPr>
              <a:t>Uses past learning</a:t>
            </a:r>
            <a:r>
              <a:rPr dirty="0">
                <a:effectLst/>
              </a:rPr>
              <a:t> </a:t>
            </a:r>
          </a:p>
          <a:p>
            <a:pPr marL="0" algn="l">
              <a:spcBef>
                <a:spcPts val="750"/>
              </a:spcBef>
              <a:buNone/>
            </a:pPr>
            <a:r>
              <a:rPr sz="1500" b="0" dirty="0">
                <a:solidFill>
                  <a:srgbClr val="105237"/>
                </a:solidFill>
                <a:effectLst/>
                <a:latin typeface="Avenir Next LT Pro" panose="020B0504020202020204" pitchFamily="34" charset="0"/>
              </a:rPr>
              <a:t>Connection strengths guide which answer seems most likely.</a:t>
            </a:r>
            <a:r>
              <a:rPr dirty="0">
                <a:effectLst/>
              </a:rPr>
              <a:t> </a:t>
            </a:r>
          </a:p>
          <a:p>
            <a:pPr marL="0" algn="l">
              <a:spcBef>
                <a:spcPts val="1050"/>
              </a:spcBef>
              <a:buNone/>
            </a:pPr>
            <a:r>
              <a:rPr sz="1500" b="1" dirty="0">
                <a:solidFill>
                  <a:srgbClr val="105237"/>
                </a:solidFill>
                <a:effectLst/>
                <a:latin typeface="Avenir Next LT Pro" panose="020B0504020202020204" pitchFamily="34" charset="0"/>
              </a:rPr>
              <a:t>Learns from feedback</a:t>
            </a:r>
            <a:r>
              <a:rPr dirty="0">
                <a:effectLst/>
              </a:rPr>
              <a:t> </a:t>
            </a:r>
          </a:p>
          <a:p>
            <a:pPr marL="0" algn="l">
              <a:spcBef>
                <a:spcPts val="750"/>
              </a:spcBef>
              <a:buNone/>
            </a:pPr>
            <a:r>
              <a:rPr sz="1500" b="0" dirty="0">
                <a:solidFill>
                  <a:srgbClr val="105237"/>
                </a:solidFill>
                <a:effectLst/>
                <a:latin typeface="Avenir Next LT Pro" panose="020B0504020202020204" pitchFamily="34" charset="0"/>
              </a:rPr>
              <a:t>Right or wrong, it updates connections to improve next time.</a:t>
            </a:r>
            <a:r>
              <a:rPr dirty="0">
                <a:effectLst/>
              </a:rPr>
              <a:t> </a:t>
            </a:r>
            <a:endParaRPr lang="en-US" dirty="0">
              <a:effectLst/>
            </a:endParaRPr>
          </a:p>
          <a:p>
            <a:pPr>
              <a:spcBef>
                <a:spcPts val="750"/>
              </a:spcBef>
            </a:pPr>
            <a:r>
              <a:rPr lang="en-US" dirty="0"/>
              <a:t>When a neural network sees something new, it makes a guess about what it is, similar to trying to answer a quiz question. Sometimes the guess is right, and sometimes it's wrong. The network uses what it learned from past guesses and the strength of connections between dots to decide its answer. </a:t>
            </a:r>
          </a:p>
        </p:txBody>
      </p:sp>
    </p:spTree>
    <p:extLst>
      <p:ext uri="{BB962C8B-B14F-4D97-AF65-F5344CB8AC3E}">
        <p14:creationId xmlns:p14="http://schemas.microsoft.com/office/powerpoint/2010/main" val="32569490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4D8587A2-B3D6-4D79-910F-5A8A89204E9C}"/>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Content Placeholder 3">
            <a:extLst>
              <a:ext uri="{FF2B5EF4-FFF2-40B4-BE49-F238E27FC236}">
                <a16:creationId xmlns:a16="http://schemas.microsoft.com/office/drawing/2014/main" id="{EC86E43E-E098-634D-276D-9313616664FC}"/>
              </a:ext>
            </a:extLst>
          </p:cNvPr>
          <p:cNvSpPr>
            <a:spLocks noGrp="1"/>
          </p:cNvSpPr>
          <p:nvPr>
            <p:ph sz="quarter" idx="16"/>
          </p:nvPr>
        </p:nvSpPr>
        <p:spPr>
          <a:xfrm>
            <a:off x="828675" y="2886075"/>
            <a:ext cx="10534650" cy="3143250"/>
          </a:xfrm>
        </p:spPr>
        <p:txBody>
          <a:bodyPr>
            <a:normAutofit fontScale="92500" lnSpcReduction="10000"/>
          </a:bodyPr>
          <a:lstStyle/>
          <a:p>
            <a:pPr marL="0" marR="0" indent="0" algn="l" fontAlgn="b">
              <a:buNone/>
            </a:pPr>
            <a:r>
              <a:rPr sz="6750">
                <a:solidFill>
                  <a:srgbClr val="DEB4FC"/>
                </a:solidFill>
                <a:effectLst/>
                <a:latin typeface="Avenir Next LT Pro" panose="020B0504020202020204" pitchFamily="34" charset="0"/>
              </a:rPr>
              <a:t>Making Mistakes and Figuring Out What Went Wrong</a:t>
            </a:r>
            <a:r>
              <a:rPr>
                <a:effectLst/>
              </a:rPr>
              <a:t> </a:t>
            </a:r>
            <a:endParaRPr lang="en-US"/>
          </a:p>
        </p:txBody>
      </p:sp>
      <p:sp>
        <p:nvSpPr>
          <p:cNvPr id="6" name="Date Placeholder 5">
            <a:extLst>
              <a:ext uri="{FF2B5EF4-FFF2-40B4-BE49-F238E27FC236}">
                <a16:creationId xmlns:a16="http://schemas.microsoft.com/office/drawing/2014/main" id="{6506C3BF-3D2A-B51C-95FD-2D88024DCDF0}"/>
              </a:ext>
            </a:extLst>
          </p:cNvPr>
          <p:cNvSpPr>
            <a:spLocks noGrp="1"/>
          </p:cNvSpPr>
          <p:nvPr>
            <p:ph type="dt" sz="half" idx="17"/>
          </p:nvPr>
        </p:nvSpPr>
        <p:spPr/>
        <p:txBody>
          <a:bodyPr/>
          <a:lstStyle/>
          <a:p>
            <a:fld id="{E4E981A1-C564-488D-B4B6-3CC796C959F2}" type="datetime1">
              <a:rPr lang="en-US" smtClean="0"/>
              <a:t>2/2/2026</a:t>
            </a:fld>
            <a:endParaRPr lang="en-US" sz="900" dirty="0"/>
          </a:p>
        </p:txBody>
      </p:sp>
      <p:sp>
        <p:nvSpPr>
          <p:cNvPr id="7" name="Slide Number Placeholder 6">
            <a:extLst>
              <a:ext uri="{FF2B5EF4-FFF2-40B4-BE49-F238E27FC236}">
                <a16:creationId xmlns:a16="http://schemas.microsoft.com/office/drawing/2014/main" id="{DE31DE21-FF51-4FE0-611C-5DE4ADD92A6B}"/>
              </a:ext>
            </a:extLst>
          </p:cNvPr>
          <p:cNvSpPr>
            <a:spLocks noGrp="1"/>
          </p:cNvSpPr>
          <p:nvPr>
            <p:ph type="sldNum" sz="quarter" idx="19"/>
          </p:nvPr>
        </p:nvSpPr>
        <p:spPr/>
        <p:txBody>
          <a:bodyPr/>
          <a:lstStyle/>
          <a:p>
            <a:fld id="{AEAA3239-9EA4-4A65-A281-97F994456D9F}" type="slidenum">
              <a:rPr lang="en-US" smtClean="0"/>
              <a:pPr/>
              <a:t>9</a:t>
            </a:fld>
            <a:endParaRPr lang="en-US" sz="900" dirty="0"/>
          </a:p>
        </p:txBody>
      </p:sp>
    </p:spTree>
    <p:extLst>
      <p:ext uri="{BB962C8B-B14F-4D97-AF65-F5344CB8AC3E}">
        <p14:creationId xmlns:p14="http://schemas.microsoft.com/office/powerpoint/2010/main" val="2710547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225D77D3-870F-4CF2-87F7-65E6839D55CA}"/>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7357"/>
            <a:ext cx="12192000" cy="6858000"/>
          </a:xfrm>
          <a:prstGeom prst="rect">
            <a:avLst/>
          </a:prstGeom>
        </p:spPr>
      </p:pic>
      <p:pic>
        <p:nvPicPr>
          <p:cNvPr id="9" name="Content Placeholder 8">
            <a:extLst>
              <a:ext uri="{FF2B5EF4-FFF2-40B4-BE49-F238E27FC236}">
                <a16:creationId xmlns:a16="http://schemas.microsoft.com/office/drawing/2014/main" id="{7FA0ED9C-54EF-4EE1-A8E3-74031B2FEEAC}"/>
              </a:ext>
            </a:extLst>
          </p:cNvPr>
          <p:cNvPicPr>
            <a:picLocks noGrp="1" noChangeAspect="1"/>
          </p:cNvPicPr>
          <p:nvPr>
            <p:ph sz="quarter" idx="16"/>
          </p:nvPr>
        </p:nvPicPr>
        <p:blipFill>
          <a:blip r:embed="rId5">
            <a:extLst>
              <a:ext uri="{96DAC541-7B7A-43D3-8B79-37D633B846F1}">
                <asvg:svgBlip xmlns:asvg="http://schemas.microsoft.com/office/drawing/2016/SVG/main" r:embed="rId6"/>
              </a:ext>
            </a:extLst>
          </a:blip>
          <a:stretch>
            <a:fillRect/>
          </a:stretch>
        </p:blipFill>
        <p:spPr>
          <a:xfrm>
            <a:off x="676275" y="1578460"/>
            <a:ext cx="857250" cy="857250"/>
          </a:xfrm>
          <a:prstGeom prst="rect">
            <a:avLst/>
          </a:prstGeom>
        </p:spPr>
      </p:pic>
      <p:sp>
        <p:nvSpPr>
          <p:cNvPr id="6" name="Date Placeholder 5">
            <a:extLst>
              <a:ext uri="{FF2B5EF4-FFF2-40B4-BE49-F238E27FC236}">
                <a16:creationId xmlns:a16="http://schemas.microsoft.com/office/drawing/2014/main" id="{E37374A0-08C9-9D66-8F0B-B8CD50227C69}"/>
              </a:ext>
            </a:extLst>
          </p:cNvPr>
          <p:cNvSpPr>
            <a:spLocks noGrp="1"/>
          </p:cNvSpPr>
          <p:nvPr>
            <p:ph type="dt" sz="half" idx="17"/>
          </p:nvPr>
        </p:nvSpPr>
        <p:spPr/>
        <p:txBody>
          <a:bodyPr/>
          <a:lstStyle/>
          <a:p>
            <a:fld id="{E4E981A1-C564-488D-B4B6-3CC796C959F2}" type="datetime1">
              <a:rPr lang="en-US" smtClean="0"/>
              <a:t>2/2/2026</a:t>
            </a:fld>
            <a:endParaRPr lang="en-US" sz="900" dirty="0"/>
          </a:p>
        </p:txBody>
      </p:sp>
      <p:sp>
        <p:nvSpPr>
          <p:cNvPr id="7" name="Slide Number Placeholder 6">
            <a:extLst>
              <a:ext uri="{FF2B5EF4-FFF2-40B4-BE49-F238E27FC236}">
                <a16:creationId xmlns:a16="http://schemas.microsoft.com/office/drawing/2014/main" id="{44E20807-51C3-86C8-2773-C0FFBE3A93C6}"/>
              </a:ext>
            </a:extLst>
          </p:cNvPr>
          <p:cNvSpPr>
            <a:spLocks noGrp="1"/>
          </p:cNvSpPr>
          <p:nvPr>
            <p:ph type="sldNum" sz="quarter" idx="19"/>
          </p:nvPr>
        </p:nvSpPr>
        <p:spPr/>
        <p:txBody>
          <a:bodyPr/>
          <a:lstStyle/>
          <a:p>
            <a:fld id="{AEAA3239-9EA4-4A65-A281-97F994456D9F}" type="slidenum">
              <a:rPr lang="en-US" smtClean="0"/>
              <a:pPr/>
              <a:t>10</a:t>
            </a:fld>
            <a:endParaRPr lang="en-US" sz="900" dirty="0"/>
          </a:p>
        </p:txBody>
      </p:sp>
      <p:pic>
        <p:nvPicPr>
          <p:cNvPr id="10" name="Graphic 9" descr="A simple icon of a lightbulb representing an idea or guess, designed as a vector illustration with a transparent background. No visible or implied text, letters, or words should appear anywhere in the image">
            <a:extLst>
              <a:ext uri="{FF2B5EF4-FFF2-40B4-BE49-F238E27FC236}">
                <a16:creationId xmlns:a16="http://schemas.microsoft.com/office/drawing/2014/main" id="{E6037D9C-8189-4FFB-9DC3-742AD8C3A8C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81050" y="1696795"/>
            <a:ext cx="647700" cy="647700"/>
          </a:xfrm>
          <a:prstGeom prst="rect">
            <a:avLst/>
          </a:prstGeom>
        </p:spPr>
      </p:pic>
      <p:pic>
        <p:nvPicPr>
          <p:cNvPr id="11" name="Graphic 10">
            <a:extLst>
              <a:ext uri="{FF2B5EF4-FFF2-40B4-BE49-F238E27FC236}">
                <a16:creationId xmlns:a16="http://schemas.microsoft.com/office/drawing/2014/main" id="{C3D3A574-83DC-45FA-AF46-2A3E0F004D7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45555" y="1578460"/>
            <a:ext cx="857250" cy="857250"/>
          </a:xfrm>
          <a:prstGeom prst="rect">
            <a:avLst/>
          </a:prstGeom>
        </p:spPr>
      </p:pic>
      <p:pic>
        <p:nvPicPr>
          <p:cNvPr id="12" name="Graphic 11" descr="A simple icon of a magnifying glass representing comparison or checking, designed as a vector illustration with a transparent background. No visible or implied text, letters, or words should appear anywhere in the image">
            <a:extLst>
              <a:ext uri="{FF2B5EF4-FFF2-40B4-BE49-F238E27FC236}">
                <a16:creationId xmlns:a16="http://schemas.microsoft.com/office/drawing/2014/main" id="{DCA47FB6-F943-4808-AC12-82C8261F3E70}"/>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450330" y="1693567"/>
            <a:ext cx="647700" cy="647700"/>
          </a:xfrm>
          <a:prstGeom prst="rect">
            <a:avLst/>
          </a:prstGeom>
        </p:spPr>
      </p:pic>
      <p:pic>
        <p:nvPicPr>
          <p:cNvPr id="13" name="Graphic 12">
            <a:extLst>
              <a:ext uri="{FF2B5EF4-FFF2-40B4-BE49-F238E27FC236}">
                <a16:creationId xmlns:a16="http://schemas.microsoft.com/office/drawing/2014/main" id="{3341E167-BC2E-47F9-834C-D8672526E67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76275" y="3331582"/>
            <a:ext cx="857250" cy="857250"/>
          </a:xfrm>
          <a:prstGeom prst="rect">
            <a:avLst/>
          </a:prstGeom>
        </p:spPr>
      </p:pic>
      <p:pic>
        <p:nvPicPr>
          <p:cNvPr id="14" name="Graphic 13" descr="A simple icon of a thumbs up/down or a checkmark and X symbol representing feedback, designed as a vector illustration with a transparent background. No visible or implied text, letters, or words should appear anywhere in the image">
            <a:extLst>
              <a:ext uri="{FF2B5EF4-FFF2-40B4-BE49-F238E27FC236}">
                <a16:creationId xmlns:a16="http://schemas.microsoft.com/office/drawing/2014/main" id="{BEE69658-FEA7-43F7-BDB1-F5FAE68EC0D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81050" y="3421260"/>
            <a:ext cx="647700" cy="647700"/>
          </a:xfrm>
          <a:prstGeom prst="rect">
            <a:avLst/>
          </a:prstGeom>
        </p:spPr>
      </p:pic>
      <p:pic>
        <p:nvPicPr>
          <p:cNvPr id="15" name="Graphic 14">
            <a:extLst>
              <a:ext uri="{FF2B5EF4-FFF2-40B4-BE49-F238E27FC236}">
                <a16:creationId xmlns:a16="http://schemas.microsoft.com/office/drawing/2014/main" id="{F784A3F4-6738-41A0-9059-8E681016D9D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345555" y="3331582"/>
            <a:ext cx="857250" cy="857250"/>
          </a:xfrm>
          <a:prstGeom prst="rect">
            <a:avLst/>
          </a:prstGeom>
        </p:spPr>
      </p:pic>
      <p:pic>
        <p:nvPicPr>
          <p:cNvPr id="16" name="Graphic 15" descr="A simple icon of an upward arrow or gears turning representing improvement or progress, designed as a vector illustration with a transparent background. No visible or implied text, letters, or words should appear anywhere in the image">
            <a:extLst>
              <a:ext uri="{FF2B5EF4-FFF2-40B4-BE49-F238E27FC236}">
                <a16:creationId xmlns:a16="http://schemas.microsoft.com/office/drawing/2014/main" id="{E56D721E-0B30-4B35-BD92-955B7E23374B}"/>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450330" y="3436357"/>
            <a:ext cx="647700" cy="647700"/>
          </a:xfrm>
          <a:prstGeom prst="rect">
            <a:avLst/>
          </a:prstGeom>
        </p:spPr>
      </p:pic>
      <p:sp>
        <p:nvSpPr>
          <p:cNvPr id="17" name="TextBox 16">
            <a:extLst>
              <a:ext uri="{FF2B5EF4-FFF2-40B4-BE49-F238E27FC236}">
                <a16:creationId xmlns:a16="http://schemas.microsoft.com/office/drawing/2014/main" id="{60CE520D-6ACE-401E-B8CE-5BF4B13A5EA4}"/>
              </a:ext>
            </a:extLst>
          </p:cNvPr>
          <p:cNvSpPr txBox="1"/>
          <p:nvPr/>
        </p:nvSpPr>
        <p:spPr>
          <a:xfrm>
            <a:off x="609600" y="381670"/>
            <a:ext cx="10972800" cy="502890"/>
          </a:xfrm>
          <a:prstGeom prst="rect">
            <a:avLst/>
          </a:prstGeom>
          <a:noFill/>
        </p:spPr>
        <p:txBody>
          <a:bodyPr wrap="square" rtlCol="0">
            <a:normAutofit fontScale="92500" lnSpcReduction="20000"/>
          </a:bodyPr>
          <a:lstStyle/>
          <a:p>
            <a:pPr marL="0" algn="l">
              <a:buNone/>
            </a:pPr>
            <a:r>
              <a:rPr sz="3600" b="0" dirty="0">
                <a:solidFill>
                  <a:srgbClr val="105237"/>
                </a:solidFill>
                <a:effectLst/>
                <a:latin typeface="Avenir Next LT Pro" panose="020B0504020202020204" pitchFamily="34" charset="0"/>
              </a:rPr>
              <a:t>How Computers Check Their Guesses</a:t>
            </a:r>
            <a:r>
              <a:rPr dirty="0">
                <a:effectLst/>
              </a:rPr>
              <a:t> </a:t>
            </a:r>
            <a:endParaRPr lang="en-US" dirty="0"/>
          </a:p>
        </p:txBody>
      </p:sp>
      <p:sp>
        <p:nvSpPr>
          <p:cNvPr id="18" name="TextBox 17">
            <a:extLst>
              <a:ext uri="{FF2B5EF4-FFF2-40B4-BE49-F238E27FC236}">
                <a16:creationId xmlns:a16="http://schemas.microsoft.com/office/drawing/2014/main" id="{02EC6433-E253-48C9-9266-8939A0C0104F}"/>
              </a:ext>
            </a:extLst>
          </p:cNvPr>
          <p:cNvSpPr txBox="1"/>
          <p:nvPr/>
        </p:nvSpPr>
        <p:spPr>
          <a:xfrm>
            <a:off x="1866900" y="1590234"/>
            <a:ext cx="3810000" cy="860821"/>
          </a:xfrm>
          <a:prstGeom prst="rect">
            <a:avLst/>
          </a:prstGeom>
          <a:noFill/>
        </p:spPr>
        <p:txBody>
          <a:bodyPr wrap="square" rtlCol="0">
            <a:normAutofit fontScale="92500" lnSpcReduction="10000"/>
          </a:bodyPr>
          <a:lstStyle/>
          <a:p>
            <a:pPr marL="0" algn="l">
              <a:buNone/>
            </a:pPr>
            <a:r>
              <a:rPr sz="1575" b="1" dirty="0">
                <a:solidFill>
                  <a:srgbClr val="105237"/>
                </a:solidFill>
                <a:effectLst/>
                <a:latin typeface="Avenir Next LT Pro" panose="020B0504020202020204" pitchFamily="34" charset="0"/>
              </a:rPr>
              <a:t>Guess</a:t>
            </a:r>
            <a:r>
              <a:rPr dirty="0">
                <a:effectLst/>
              </a:rPr>
              <a:t> </a:t>
            </a:r>
          </a:p>
          <a:p>
            <a:pPr marL="0" algn="l">
              <a:spcBef>
                <a:spcPts val="900"/>
              </a:spcBef>
              <a:buNone/>
            </a:pPr>
            <a:r>
              <a:rPr sz="1425" b="0" dirty="0">
                <a:solidFill>
                  <a:srgbClr val="105237"/>
                </a:solidFill>
                <a:effectLst/>
                <a:latin typeface="Avenir Next LT Pro" panose="020B0504020202020204" pitchFamily="34" charset="0"/>
              </a:rPr>
              <a:t>The computer makes a prediction based on what it has learned so far.</a:t>
            </a:r>
            <a:r>
              <a:rPr dirty="0">
                <a:effectLst/>
              </a:rPr>
              <a:t> </a:t>
            </a:r>
            <a:endParaRPr lang="en-US" dirty="0"/>
          </a:p>
        </p:txBody>
      </p:sp>
      <p:sp>
        <p:nvSpPr>
          <p:cNvPr id="19" name="TextBox 18">
            <a:extLst>
              <a:ext uri="{FF2B5EF4-FFF2-40B4-BE49-F238E27FC236}">
                <a16:creationId xmlns:a16="http://schemas.microsoft.com/office/drawing/2014/main" id="{FD924901-8BD5-43AC-B736-B553F6DF4F75}"/>
              </a:ext>
            </a:extLst>
          </p:cNvPr>
          <p:cNvSpPr txBox="1"/>
          <p:nvPr/>
        </p:nvSpPr>
        <p:spPr>
          <a:xfrm>
            <a:off x="7458075" y="1590234"/>
            <a:ext cx="3810000" cy="860821"/>
          </a:xfrm>
          <a:prstGeom prst="rect">
            <a:avLst/>
          </a:prstGeom>
          <a:noFill/>
        </p:spPr>
        <p:txBody>
          <a:bodyPr wrap="square" rtlCol="0">
            <a:normAutofit fontScale="92500" lnSpcReduction="10000"/>
          </a:bodyPr>
          <a:lstStyle/>
          <a:p>
            <a:pPr marL="0" algn="l">
              <a:buNone/>
            </a:pPr>
            <a:r>
              <a:rPr sz="1575" b="1" dirty="0">
                <a:solidFill>
                  <a:srgbClr val="105237"/>
                </a:solidFill>
                <a:effectLst/>
                <a:latin typeface="Avenir Next LT Pro" panose="020B0504020202020204" pitchFamily="34" charset="0"/>
              </a:rPr>
              <a:t>Compare</a:t>
            </a:r>
            <a:r>
              <a:rPr dirty="0">
                <a:effectLst/>
              </a:rPr>
              <a:t> </a:t>
            </a:r>
          </a:p>
          <a:p>
            <a:pPr marL="0" algn="l">
              <a:spcBef>
                <a:spcPts val="900"/>
              </a:spcBef>
              <a:buNone/>
            </a:pPr>
            <a:r>
              <a:rPr sz="1425" b="0" dirty="0">
                <a:solidFill>
                  <a:srgbClr val="105237"/>
                </a:solidFill>
                <a:effectLst/>
                <a:latin typeface="Avenir Next LT Pro" panose="020B0504020202020204" pitchFamily="34" charset="0"/>
              </a:rPr>
              <a:t>It checks its guess against the correct answer to see if they match.</a:t>
            </a:r>
            <a:r>
              <a:rPr dirty="0">
                <a:effectLst/>
              </a:rPr>
              <a:t> </a:t>
            </a:r>
            <a:endParaRPr lang="en-US" dirty="0"/>
          </a:p>
        </p:txBody>
      </p:sp>
      <p:sp>
        <p:nvSpPr>
          <p:cNvPr id="20" name="TextBox 19">
            <a:extLst>
              <a:ext uri="{FF2B5EF4-FFF2-40B4-BE49-F238E27FC236}">
                <a16:creationId xmlns:a16="http://schemas.microsoft.com/office/drawing/2014/main" id="{6DAA9CC4-0374-41AD-9C09-264C7B557483}"/>
              </a:ext>
            </a:extLst>
          </p:cNvPr>
          <p:cNvSpPr txBox="1"/>
          <p:nvPr/>
        </p:nvSpPr>
        <p:spPr>
          <a:xfrm>
            <a:off x="1866900" y="3331582"/>
            <a:ext cx="3810000" cy="860821"/>
          </a:xfrm>
          <a:prstGeom prst="rect">
            <a:avLst/>
          </a:prstGeom>
          <a:noFill/>
        </p:spPr>
        <p:txBody>
          <a:bodyPr wrap="square" rtlCol="0">
            <a:normAutofit fontScale="92500" lnSpcReduction="10000"/>
          </a:bodyPr>
          <a:lstStyle/>
          <a:p>
            <a:pPr marL="0" algn="l">
              <a:buNone/>
            </a:pPr>
            <a:r>
              <a:rPr sz="1575" b="1" dirty="0">
                <a:solidFill>
                  <a:srgbClr val="105237"/>
                </a:solidFill>
                <a:effectLst/>
                <a:latin typeface="Avenir Next LT Pro" panose="020B0504020202020204" pitchFamily="34" charset="0"/>
              </a:rPr>
              <a:t>Feedback</a:t>
            </a:r>
            <a:r>
              <a:rPr dirty="0">
                <a:effectLst/>
              </a:rPr>
              <a:t> </a:t>
            </a:r>
          </a:p>
          <a:p>
            <a:pPr marL="0" algn="l">
              <a:spcBef>
                <a:spcPts val="900"/>
              </a:spcBef>
              <a:buNone/>
            </a:pPr>
            <a:r>
              <a:rPr sz="1425" b="0" dirty="0">
                <a:solidFill>
                  <a:srgbClr val="105237"/>
                </a:solidFill>
                <a:effectLst/>
                <a:latin typeface="Avenir Next LT Pro" panose="020B0504020202020204" pitchFamily="34" charset="0"/>
              </a:rPr>
              <a:t>The computer finds out if it was right or wrong, getting a score or signal.</a:t>
            </a:r>
            <a:r>
              <a:rPr dirty="0">
                <a:effectLst/>
              </a:rPr>
              <a:t> </a:t>
            </a:r>
            <a:endParaRPr lang="en-US" dirty="0"/>
          </a:p>
        </p:txBody>
      </p:sp>
      <p:sp>
        <p:nvSpPr>
          <p:cNvPr id="21" name="TextBox 20">
            <a:extLst>
              <a:ext uri="{FF2B5EF4-FFF2-40B4-BE49-F238E27FC236}">
                <a16:creationId xmlns:a16="http://schemas.microsoft.com/office/drawing/2014/main" id="{DAE15BE7-1D6E-45A1-8A19-487C05EFB666}"/>
              </a:ext>
            </a:extLst>
          </p:cNvPr>
          <p:cNvSpPr txBox="1"/>
          <p:nvPr/>
        </p:nvSpPr>
        <p:spPr>
          <a:xfrm>
            <a:off x="7458075" y="3329796"/>
            <a:ext cx="3810000" cy="860821"/>
          </a:xfrm>
          <a:prstGeom prst="rect">
            <a:avLst/>
          </a:prstGeom>
          <a:noFill/>
        </p:spPr>
        <p:txBody>
          <a:bodyPr wrap="square" rtlCol="0">
            <a:normAutofit fontScale="92500" lnSpcReduction="10000"/>
          </a:bodyPr>
          <a:lstStyle/>
          <a:p>
            <a:pPr marL="0" algn="l">
              <a:buNone/>
            </a:pPr>
            <a:r>
              <a:rPr sz="1575" b="1" dirty="0">
                <a:solidFill>
                  <a:srgbClr val="105237"/>
                </a:solidFill>
                <a:effectLst/>
                <a:latin typeface="Avenir Next LT Pro" panose="020B0504020202020204" pitchFamily="34" charset="0"/>
              </a:rPr>
              <a:t>Improve</a:t>
            </a:r>
            <a:r>
              <a:rPr dirty="0">
                <a:effectLst/>
              </a:rPr>
              <a:t> </a:t>
            </a:r>
          </a:p>
          <a:p>
            <a:pPr marL="0" algn="l">
              <a:spcBef>
                <a:spcPts val="900"/>
              </a:spcBef>
              <a:buNone/>
            </a:pPr>
            <a:r>
              <a:rPr sz="1425" b="0" dirty="0">
                <a:solidFill>
                  <a:srgbClr val="105237"/>
                </a:solidFill>
                <a:effectLst/>
                <a:latin typeface="Avenir Next LT Pro" panose="020B0504020202020204" pitchFamily="34" charset="0"/>
              </a:rPr>
              <a:t>It uses this feedback to adjust and try to do better next time.</a:t>
            </a:r>
            <a:r>
              <a:rPr dirty="0">
                <a:effectLst/>
              </a:rPr>
              <a:t> </a:t>
            </a:r>
            <a:endParaRPr lang="en-US" dirty="0"/>
          </a:p>
        </p:txBody>
      </p:sp>
      <p:sp>
        <p:nvSpPr>
          <p:cNvPr id="3" name="TextBox 2">
            <a:extLst>
              <a:ext uri="{FF2B5EF4-FFF2-40B4-BE49-F238E27FC236}">
                <a16:creationId xmlns:a16="http://schemas.microsoft.com/office/drawing/2014/main" id="{AF1CAF61-98EE-3C1E-5DA7-43914F49D473}"/>
              </a:ext>
            </a:extLst>
          </p:cNvPr>
          <p:cNvSpPr txBox="1"/>
          <p:nvPr/>
        </p:nvSpPr>
        <p:spPr>
          <a:xfrm>
            <a:off x="781049" y="4901184"/>
            <a:ext cx="10487025" cy="1236905"/>
          </a:xfrm>
          <a:prstGeom prst="rect">
            <a:avLst/>
          </a:prstGeom>
          <a:noFill/>
        </p:spPr>
        <p:txBody>
          <a:bodyPr wrap="square" rtlCol="0">
            <a:spAutoFit/>
          </a:bodyPr>
          <a:lstStyle/>
          <a:p>
            <a:r>
              <a:rPr lang="en-US" dirty="0"/>
              <a:t>After making a guess, the computer compares its answer to the correct one to see if it was right or wrong. This checking step tells the computer how well it did and is very important because it guides the computer on how to fix itself and get better. 
</a:t>
            </a:r>
          </a:p>
        </p:txBody>
      </p:sp>
    </p:spTree>
    <p:extLst>
      <p:ext uri="{BB962C8B-B14F-4D97-AF65-F5344CB8AC3E}">
        <p14:creationId xmlns:p14="http://schemas.microsoft.com/office/powerpoint/2010/main" val="42440008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732E6121-0DB6-42DA-AAA3-8562F333D32E}"/>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Content Placeholder 3">
            <a:extLst>
              <a:ext uri="{FF2B5EF4-FFF2-40B4-BE49-F238E27FC236}">
                <a16:creationId xmlns:a16="http://schemas.microsoft.com/office/drawing/2014/main" id="{D182248A-969B-6CEB-2003-76C56137471E}"/>
              </a:ext>
            </a:extLst>
          </p:cNvPr>
          <p:cNvSpPr>
            <a:spLocks noGrp="1"/>
          </p:cNvSpPr>
          <p:nvPr>
            <p:ph sz="quarter" idx="16"/>
          </p:nvPr>
        </p:nvSpPr>
        <p:spPr>
          <a:xfrm>
            <a:off x="1333500" y="296860"/>
            <a:ext cx="9525000" cy="1462980"/>
          </a:xfrm>
        </p:spPr>
        <p:txBody>
          <a:bodyPr>
            <a:normAutofit fontScale="92500" lnSpcReduction="20000"/>
          </a:bodyPr>
          <a:lstStyle/>
          <a:p>
            <a:pPr marL="0" indent="0" algn="ctr">
              <a:buNone/>
            </a:pPr>
            <a:r>
              <a:rPr sz="4800" b="1" dirty="0">
                <a:solidFill>
                  <a:srgbClr val="105237"/>
                </a:solidFill>
                <a:effectLst/>
                <a:latin typeface="Avenir Next LT Pro" panose="020B0504020202020204" pitchFamily="34" charset="0"/>
              </a:rPr>
              <a:t>Understanding the '</a:t>
            </a:r>
            <a:r>
              <a:rPr sz="4800" b="1" dirty="0" err="1">
                <a:solidFill>
                  <a:srgbClr val="105237"/>
                </a:solidFill>
                <a:effectLst/>
                <a:latin typeface="Avenir Next LT Pro" panose="020B0504020202020204" pitchFamily="34" charset="0"/>
              </a:rPr>
              <a:t>Oops'</a:t>
            </a:r>
            <a:r>
              <a:rPr sz="4800" b="1" dirty="0">
                <a:solidFill>
                  <a:srgbClr val="105237"/>
                </a:solidFill>
                <a:effectLst/>
                <a:latin typeface="Avenir Next LT Pro" panose="020B0504020202020204" pitchFamily="34" charset="0"/>
              </a:rPr>
              <a:t> Moment</a:t>
            </a:r>
            <a:r>
              <a:rPr dirty="0">
                <a:effectLst/>
              </a:rPr>
              <a:t> </a:t>
            </a:r>
            <a:endParaRPr lang="en-US" dirty="0"/>
          </a:p>
        </p:txBody>
      </p:sp>
      <p:sp>
        <p:nvSpPr>
          <p:cNvPr id="6" name="Date Placeholder 5">
            <a:extLst>
              <a:ext uri="{FF2B5EF4-FFF2-40B4-BE49-F238E27FC236}">
                <a16:creationId xmlns:a16="http://schemas.microsoft.com/office/drawing/2014/main" id="{2173143C-3130-4F1E-A9D1-A1000528FB15}"/>
              </a:ext>
            </a:extLst>
          </p:cNvPr>
          <p:cNvSpPr>
            <a:spLocks noGrp="1"/>
          </p:cNvSpPr>
          <p:nvPr>
            <p:ph type="dt" sz="half" idx="17"/>
          </p:nvPr>
        </p:nvSpPr>
        <p:spPr/>
        <p:txBody>
          <a:bodyPr/>
          <a:lstStyle/>
          <a:p>
            <a:fld id="{E4E981A1-C564-488D-B4B6-3CC796C959F2}" type="datetime1">
              <a:rPr lang="en-US" smtClean="0"/>
              <a:t>2/2/2026</a:t>
            </a:fld>
            <a:endParaRPr lang="en-US" sz="900" dirty="0"/>
          </a:p>
        </p:txBody>
      </p:sp>
      <p:sp>
        <p:nvSpPr>
          <p:cNvPr id="7" name="Slide Number Placeholder 6">
            <a:extLst>
              <a:ext uri="{FF2B5EF4-FFF2-40B4-BE49-F238E27FC236}">
                <a16:creationId xmlns:a16="http://schemas.microsoft.com/office/drawing/2014/main" id="{DD5C5592-21F7-7855-0E0C-987BC4DAF529}"/>
              </a:ext>
            </a:extLst>
          </p:cNvPr>
          <p:cNvSpPr>
            <a:spLocks noGrp="1"/>
          </p:cNvSpPr>
          <p:nvPr>
            <p:ph type="sldNum" sz="quarter" idx="19"/>
          </p:nvPr>
        </p:nvSpPr>
        <p:spPr/>
        <p:txBody>
          <a:bodyPr/>
          <a:lstStyle/>
          <a:p>
            <a:fld id="{AEAA3239-9EA4-4A65-A281-97F994456D9F}" type="slidenum">
              <a:rPr lang="en-US" smtClean="0"/>
              <a:pPr/>
              <a:t>11</a:t>
            </a:fld>
            <a:endParaRPr lang="en-US" sz="900" dirty="0"/>
          </a:p>
        </p:txBody>
      </p:sp>
      <p:sp>
        <p:nvSpPr>
          <p:cNvPr id="9" name="TextBox 8">
            <a:extLst>
              <a:ext uri="{FF2B5EF4-FFF2-40B4-BE49-F238E27FC236}">
                <a16:creationId xmlns:a16="http://schemas.microsoft.com/office/drawing/2014/main" id="{B4393994-5082-45EA-8449-41EC0F2EFFD5}"/>
              </a:ext>
            </a:extLst>
          </p:cNvPr>
          <p:cNvSpPr txBox="1"/>
          <p:nvPr/>
        </p:nvSpPr>
        <p:spPr>
          <a:xfrm>
            <a:off x="1333500" y="1759840"/>
            <a:ext cx="9525000" cy="1905000"/>
          </a:xfrm>
          <a:prstGeom prst="rect">
            <a:avLst/>
          </a:prstGeom>
          <a:noFill/>
        </p:spPr>
        <p:txBody>
          <a:bodyPr wrap="square" rtlCol="0">
            <a:normAutofit fontScale="92500" lnSpcReduction="20000"/>
          </a:bodyPr>
          <a:lstStyle/>
          <a:p>
            <a:pPr marL="0" algn="ctr">
              <a:buNone/>
            </a:pPr>
            <a:r>
              <a:rPr sz="15000" b="1" dirty="0">
                <a:solidFill>
                  <a:srgbClr val="105237"/>
                </a:solidFill>
                <a:effectLst/>
                <a:latin typeface="Avenir Next LT Pro" panose="020B0504020202020204" pitchFamily="34" charset="0"/>
              </a:rPr>
              <a:t>0.75</a:t>
            </a:r>
            <a:r>
              <a:rPr dirty="0">
                <a:effectLst/>
              </a:rPr>
              <a:t> </a:t>
            </a:r>
            <a:endParaRPr lang="en-US" dirty="0"/>
          </a:p>
        </p:txBody>
      </p:sp>
      <p:sp>
        <p:nvSpPr>
          <p:cNvPr id="10" name="TextBox 9">
            <a:extLst>
              <a:ext uri="{FF2B5EF4-FFF2-40B4-BE49-F238E27FC236}">
                <a16:creationId xmlns:a16="http://schemas.microsoft.com/office/drawing/2014/main" id="{36624ADC-93A9-4FB8-AAA6-E3E5BBBFD6D6}"/>
              </a:ext>
            </a:extLst>
          </p:cNvPr>
          <p:cNvSpPr txBox="1"/>
          <p:nvPr/>
        </p:nvSpPr>
        <p:spPr>
          <a:xfrm>
            <a:off x="0" y="3664840"/>
            <a:ext cx="12192000" cy="2522599"/>
          </a:xfrm>
          <a:prstGeom prst="rect">
            <a:avLst/>
          </a:prstGeom>
          <a:noFill/>
        </p:spPr>
        <p:txBody>
          <a:bodyPr wrap="square" rtlCol="0">
            <a:normAutofit/>
          </a:bodyPr>
          <a:lstStyle/>
          <a:p>
            <a:pPr marL="0" algn="ctr">
              <a:buNone/>
            </a:pPr>
            <a:r>
              <a:rPr sz="2700" b="1" dirty="0">
                <a:solidFill>
                  <a:srgbClr val="105237"/>
                </a:solidFill>
                <a:effectLst/>
                <a:latin typeface="Avenir Next LT Pro" panose="020B0504020202020204" pitchFamily="34" charset="0"/>
              </a:rPr>
              <a:t>Error = 0.75</a:t>
            </a:r>
            <a:r>
              <a:rPr dirty="0">
                <a:effectLst/>
              </a:rPr>
              <a:t> </a:t>
            </a:r>
          </a:p>
          <a:p>
            <a:pPr marL="0" algn="ctr">
              <a:spcBef>
                <a:spcPts val="900"/>
              </a:spcBef>
              <a:buNone/>
            </a:pPr>
            <a:r>
              <a:rPr sz="2100" b="0" dirty="0">
                <a:solidFill>
                  <a:srgbClr val="105237"/>
                </a:solidFill>
                <a:effectLst/>
                <a:latin typeface="Avenir Next LT Pro" panose="020B0504020202020204" pitchFamily="34" charset="0"/>
              </a:rPr>
              <a:t>The bigger the mistake, the more the computer adjusts its connections to improve next time.</a:t>
            </a:r>
            <a:endParaRPr lang="en-US" sz="2100" b="0" dirty="0">
              <a:solidFill>
                <a:srgbClr val="105237"/>
              </a:solidFill>
              <a:effectLst/>
              <a:latin typeface="Avenir Next LT Pro" panose="020B0504020202020204" pitchFamily="34" charset="0"/>
            </a:endParaRPr>
          </a:p>
          <a:p>
            <a:pPr marL="0" algn="ctr">
              <a:spcBef>
                <a:spcPts val="900"/>
              </a:spcBef>
              <a:buNone/>
            </a:pPr>
            <a:endParaRPr lang="en-US" sz="2100" b="0" dirty="0">
              <a:solidFill>
                <a:srgbClr val="105237"/>
              </a:solidFill>
              <a:effectLst/>
              <a:latin typeface="Avenir Next LT Pro" panose="020B0504020202020204" pitchFamily="34" charset="0"/>
            </a:endParaRPr>
          </a:p>
          <a:p>
            <a:pPr algn="ctr">
              <a:spcBef>
                <a:spcPts val="900"/>
              </a:spcBef>
            </a:pPr>
            <a:r>
              <a:rPr lang="en-US" dirty="0"/>
              <a:t>Computers don’t just know if they're wrong, they also measure how big the mistake is. This '</a:t>
            </a:r>
            <a:r>
              <a:rPr lang="en-US" dirty="0" err="1"/>
              <a:t>Oops'</a:t>
            </a:r>
            <a:r>
              <a:rPr lang="en-US" dirty="0"/>
              <a:t> moment helps the computer understand how much it needs to change to do better next time. The bigger the mistake, the more the computer adjusts its connections inside.</a:t>
            </a:r>
          </a:p>
        </p:txBody>
      </p:sp>
    </p:spTree>
    <p:extLst>
      <p:ext uri="{BB962C8B-B14F-4D97-AF65-F5344CB8AC3E}">
        <p14:creationId xmlns:p14="http://schemas.microsoft.com/office/powerpoint/2010/main" val="26315527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91B83FE4-2812-4B87-85E6-1F6411F469D5}"/>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Content Placeholder 3">
            <a:extLst>
              <a:ext uri="{FF2B5EF4-FFF2-40B4-BE49-F238E27FC236}">
                <a16:creationId xmlns:a16="http://schemas.microsoft.com/office/drawing/2014/main" id="{13EC50E6-6341-E890-C26F-6D7B74437214}"/>
              </a:ext>
            </a:extLst>
          </p:cNvPr>
          <p:cNvSpPr>
            <a:spLocks noGrp="1"/>
          </p:cNvSpPr>
          <p:nvPr>
            <p:ph sz="quarter" idx="16"/>
          </p:nvPr>
        </p:nvSpPr>
        <p:spPr>
          <a:xfrm>
            <a:off x="828675" y="2886075"/>
            <a:ext cx="10534650" cy="3143250"/>
          </a:xfrm>
        </p:spPr>
        <p:txBody>
          <a:bodyPr>
            <a:normAutofit fontScale="92500"/>
          </a:bodyPr>
          <a:lstStyle/>
          <a:p>
            <a:pPr marL="0" marR="0" indent="0" algn="l" fontAlgn="b">
              <a:buNone/>
            </a:pPr>
            <a:r>
              <a:rPr sz="6750">
                <a:solidFill>
                  <a:srgbClr val="DEB4FC"/>
                </a:solidFill>
                <a:effectLst/>
                <a:latin typeface="Avenir Next LT Pro" panose="020B0504020202020204" pitchFamily="34" charset="0"/>
              </a:rPr>
              <a:t>Backpropagation: Learning by Going Backward</a:t>
            </a:r>
            <a:r>
              <a:rPr>
                <a:effectLst/>
              </a:rPr>
              <a:t> </a:t>
            </a:r>
            <a:endParaRPr lang="en-US"/>
          </a:p>
        </p:txBody>
      </p:sp>
      <p:sp>
        <p:nvSpPr>
          <p:cNvPr id="6" name="Date Placeholder 5">
            <a:extLst>
              <a:ext uri="{FF2B5EF4-FFF2-40B4-BE49-F238E27FC236}">
                <a16:creationId xmlns:a16="http://schemas.microsoft.com/office/drawing/2014/main" id="{04F933F9-0CF2-018A-D27B-4D8EAB2BC795}"/>
              </a:ext>
            </a:extLst>
          </p:cNvPr>
          <p:cNvSpPr>
            <a:spLocks noGrp="1"/>
          </p:cNvSpPr>
          <p:nvPr>
            <p:ph type="dt" sz="half" idx="17"/>
          </p:nvPr>
        </p:nvSpPr>
        <p:spPr/>
        <p:txBody>
          <a:bodyPr/>
          <a:lstStyle/>
          <a:p>
            <a:fld id="{E4E981A1-C564-488D-B4B6-3CC796C959F2}" type="datetime1">
              <a:rPr lang="en-US" smtClean="0"/>
              <a:t>2/2/2026</a:t>
            </a:fld>
            <a:endParaRPr lang="en-US" sz="900" dirty="0"/>
          </a:p>
        </p:txBody>
      </p:sp>
      <p:sp>
        <p:nvSpPr>
          <p:cNvPr id="7" name="Slide Number Placeholder 6">
            <a:extLst>
              <a:ext uri="{FF2B5EF4-FFF2-40B4-BE49-F238E27FC236}">
                <a16:creationId xmlns:a16="http://schemas.microsoft.com/office/drawing/2014/main" id="{B9FDFE12-50E3-F055-AEE7-2B66428C14FF}"/>
              </a:ext>
            </a:extLst>
          </p:cNvPr>
          <p:cNvSpPr>
            <a:spLocks noGrp="1"/>
          </p:cNvSpPr>
          <p:nvPr>
            <p:ph type="sldNum" sz="quarter" idx="19"/>
          </p:nvPr>
        </p:nvSpPr>
        <p:spPr/>
        <p:txBody>
          <a:bodyPr/>
          <a:lstStyle/>
          <a:p>
            <a:fld id="{AEAA3239-9EA4-4A65-A281-97F994456D9F}" type="slidenum">
              <a:rPr lang="en-US" smtClean="0"/>
              <a:pPr/>
              <a:t>12</a:t>
            </a:fld>
            <a:endParaRPr lang="en-US" sz="900" dirty="0"/>
          </a:p>
        </p:txBody>
      </p:sp>
    </p:spTree>
    <p:extLst>
      <p:ext uri="{BB962C8B-B14F-4D97-AF65-F5344CB8AC3E}">
        <p14:creationId xmlns:p14="http://schemas.microsoft.com/office/powerpoint/2010/main" val="6828064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51BB5A67-EBCE-4EB1-A480-5952C3283EA0}"/>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Content Placeholder 3">
            <a:extLst>
              <a:ext uri="{FF2B5EF4-FFF2-40B4-BE49-F238E27FC236}">
                <a16:creationId xmlns:a16="http://schemas.microsoft.com/office/drawing/2014/main" id="{83355948-2162-2765-B4FA-DC9BC85256D7}"/>
              </a:ext>
            </a:extLst>
          </p:cNvPr>
          <p:cNvSpPr>
            <a:spLocks noGrp="1"/>
          </p:cNvSpPr>
          <p:nvPr>
            <p:ph sz="quarter" idx="16"/>
          </p:nvPr>
        </p:nvSpPr>
        <p:spPr>
          <a:xfrm>
            <a:off x="619125" y="581025"/>
            <a:ext cx="10972800" cy="1340941"/>
          </a:xfrm>
        </p:spPr>
        <p:txBody>
          <a:bodyPr>
            <a:normAutofit fontScale="92500"/>
          </a:bodyPr>
          <a:lstStyle/>
          <a:p>
            <a:pPr marL="0" indent="0" algn="l">
              <a:buNone/>
            </a:pPr>
            <a:r>
              <a:rPr sz="4800">
                <a:solidFill>
                  <a:srgbClr val="105237"/>
                </a:solidFill>
                <a:effectLst/>
                <a:latin typeface="Avenir Next LT Pro" panose="020B0504020202020204" pitchFamily="34" charset="0"/>
              </a:rPr>
              <a:t>How Computers Look Back to Fix Errors</a:t>
            </a:r>
            <a:r>
              <a:rPr>
                <a:effectLst/>
              </a:rPr>
              <a:t> </a:t>
            </a:r>
            <a:endParaRPr lang="en-US"/>
          </a:p>
        </p:txBody>
      </p:sp>
      <p:sp>
        <p:nvSpPr>
          <p:cNvPr id="6" name="Date Placeholder 5">
            <a:extLst>
              <a:ext uri="{FF2B5EF4-FFF2-40B4-BE49-F238E27FC236}">
                <a16:creationId xmlns:a16="http://schemas.microsoft.com/office/drawing/2014/main" id="{F759F3D8-32FF-BC14-68FD-3AF8ACF89C99}"/>
              </a:ext>
            </a:extLst>
          </p:cNvPr>
          <p:cNvSpPr>
            <a:spLocks noGrp="1"/>
          </p:cNvSpPr>
          <p:nvPr>
            <p:ph type="dt" sz="half" idx="17"/>
          </p:nvPr>
        </p:nvSpPr>
        <p:spPr/>
        <p:txBody>
          <a:bodyPr/>
          <a:lstStyle/>
          <a:p>
            <a:fld id="{E4E981A1-C564-488D-B4B6-3CC796C959F2}" type="datetime1">
              <a:rPr lang="en-US" smtClean="0"/>
              <a:t>2/2/2026</a:t>
            </a:fld>
            <a:endParaRPr lang="en-US" sz="900" dirty="0"/>
          </a:p>
        </p:txBody>
      </p:sp>
      <p:sp>
        <p:nvSpPr>
          <p:cNvPr id="7" name="Slide Number Placeholder 6">
            <a:extLst>
              <a:ext uri="{FF2B5EF4-FFF2-40B4-BE49-F238E27FC236}">
                <a16:creationId xmlns:a16="http://schemas.microsoft.com/office/drawing/2014/main" id="{CBC41027-55DF-CDF3-8F33-4BEAB369E6D7}"/>
              </a:ext>
            </a:extLst>
          </p:cNvPr>
          <p:cNvSpPr>
            <a:spLocks noGrp="1"/>
          </p:cNvSpPr>
          <p:nvPr>
            <p:ph type="sldNum" sz="quarter" idx="19"/>
          </p:nvPr>
        </p:nvSpPr>
        <p:spPr/>
        <p:txBody>
          <a:bodyPr/>
          <a:lstStyle/>
          <a:p>
            <a:fld id="{AEAA3239-9EA4-4A65-A281-97F994456D9F}" type="slidenum">
              <a:rPr lang="en-US" smtClean="0"/>
              <a:pPr/>
              <a:t>13</a:t>
            </a:fld>
            <a:endParaRPr lang="en-US" sz="900" dirty="0"/>
          </a:p>
        </p:txBody>
      </p:sp>
      <p:sp>
        <p:nvSpPr>
          <p:cNvPr id="9" name="TextBox 8">
            <a:extLst>
              <a:ext uri="{FF2B5EF4-FFF2-40B4-BE49-F238E27FC236}">
                <a16:creationId xmlns:a16="http://schemas.microsoft.com/office/drawing/2014/main" id="{B5ECFC81-9C60-4B93-B45E-12B690F20B54}"/>
              </a:ext>
            </a:extLst>
          </p:cNvPr>
          <p:cNvSpPr txBox="1"/>
          <p:nvPr/>
        </p:nvSpPr>
        <p:spPr>
          <a:xfrm>
            <a:off x="619125" y="3216771"/>
            <a:ext cx="2667000" cy="2119758"/>
          </a:xfrm>
          <a:prstGeom prst="rect">
            <a:avLst/>
          </a:prstGeom>
          <a:noFill/>
        </p:spPr>
        <p:txBody>
          <a:bodyPr wrap="square" rtlCol="0">
            <a:normAutofit fontScale="92500" lnSpcReduction="20000"/>
          </a:bodyPr>
          <a:lstStyle/>
          <a:p>
            <a:pPr marL="0" algn="l">
              <a:spcAft>
                <a:spcPts val="1800"/>
              </a:spcAft>
              <a:buNone/>
            </a:pPr>
            <a:r>
              <a:rPr sz="5400" b="1">
                <a:solidFill>
                  <a:srgbClr val="105237"/>
                </a:solidFill>
                <a:effectLst/>
                <a:latin typeface="Avenir Next LT Pro" panose="020B0504020202020204" pitchFamily="34" charset="0"/>
              </a:rPr>
              <a:t>01</a:t>
            </a:r>
            <a:r>
              <a:rPr>
                <a:effectLst/>
              </a:rPr>
              <a:t> </a:t>
            </a:r>
          </a:p>
          <a:p>
            <a:pPr marL="0" algn="l">
              <a:spcAft>
                <a:spcPts val="900"/>
              </a:spcAft>
              <a:buNone/>
            </a:pPr>
            <a:r>
              <a:rPr sz="1425" b="1">
                <a:solidFill>
                  <a:srgbClr val="105237"/>
                </a:solidFill>
                <a:effectLst/>
                <a:latin typeface="Avenir Next LT Pro" panose="020B0504020202020204" pitchFamily="34" charset="0"/>
              </a:rPr>
              <a:t>Forward Pass</a:t>
            </a:r>
            <a:r>
              <a:rPr>
                <a:effectLst/>
              </a:rPr>
              <a:t> </a:t>
            </a:r>
          </a:p>
          <a:p>
            <a:pPr marL="0" algn="l">
              <a:buNone/>
            </a:pPr>
            <a:r>
              <a:rPr sz="1425" b="0">
                <a:solidFill>
                  <a:srgbClr val="105237"/>
                </a:solidFill>
                <a:effectLst/>
                <a:latin typeface="Avenir Next LT Pro" panose="020B0504020202020204" pitchFamily="34" charset="0"/>
              </a:rPr>
              <a:t>The computer makes a prediction by moving input data through the neural network layers.</a:t>
            </a:r>
            <a:r>
              <a:rPr>
                <a:effectLst/>
              </a:rPr>
              <a:t> </a:t>
            </a:r>
            <a:endParaRPr lang="en-US"/>
          </a:p>
        </p:txBody>
      </p:sp>
      <p:sp>
        <p:nvSpPr>
          <p:cNvPr id="10" name="TextBox 9">
            <a:extLst>
              <a:ext uri="{FF2B5EF4-FFF2-40B4-BE49-F238E27FC236}">
                <a16:creationId xmlns:a16="http://schemas.microsoft.com/office/drawing/2014/main" id="{27DBEF1D-32E6-4B55-9498-64CDB50EC1EC}"/>
              </a:ext>
            </a:extLst>
          </p:cNvPr>
          <p:cNvSpPr txBox="1"/>
          <p:nvPr/>
        </p:nvSpPr>
        <p:spPr>
          <a:xfrm>
            <a:off x="4413694" y="3216771"/>
            <a:ext cx="2667000" cy="1875532"/>
          </a:xfrm>
          <a:prstGeom prst="rect">
            <a:avLst/>
          </a:prstGeom>
          <a:noFill/>
        </p:spPr>
        <p:txBody>
          <a:bodyPr wrap="square" rtlCol="0">
            <a:normAutofit fontScale="92500" lnSpcReduction="20000"/>
          </a:bodyPr>
          <a:lstStyle/>
          <a:p>
            <a:pPr marL="0" algn="l">
              <a:spcAft>
                <a:spcPts val="1800"/>
              </a:spcAft>
              <a:buNone/>
            </a:pPr>
            <a:r>
              <a:rPr sz="5400" b="1" dirty="0">
                <a:solidFill>
                  <a:srgbClr val="105237"/>
                </a:solidFill>
                <a:effectLst/>
                <a:latin typeface="Avenir Next LT Pro" panose="020B0504020202020204" pitchFamily="34" charset="0"/>
              </a:rPr>
              <a:t>02</a:t>
            </a:r>
            <a:r>
              <a:rPr dirty="0">
                <a:effectLst/>
              </a:rPr>
              <a:t> </a:t>
            </a:r>
          </a:p>
          <a:p>
            <a:pPr marL="0" algn="l">
              <a:spcAft>
                <a:spcPts val="900"/>
              </a:spcAft>
              <a:buNone/>
            </a:pPr>
            <a:r>
              <a:rPr sz="1425" b="1" dirty="0">
                <a:solidFill>
                  <a:srgbClr val="105237"/>
                </a:solidFill>
                <a:effectLst/>
                <a:latin typeface="Avenir Next LT Pro" panose="020B0504020202020204" pitchFamily="34" charset="0"/>
              </a:rPr>
              <a:t>Error Calculation</a:t>
            </a:r>
            <a:r>
              <a:rPr dirty="0">
                <a:effectLst/>
              </a:rPr>
              <a:t> </a:t>
            </a:r>
          </a:p>
          <a:p>
            <a:pPr marL="0" algn="l">
              <a:buNone/>
            </a:pPr>
            <a:r>
              <a:rPr sz="1425" b="0" dirty="0">
                <a:solidFill>
                  <a:srgbClr val="105237"/>
                </a:solidFill>
                <a:effectLst/>
                <a:latin typeface="Avenir Next LT Pro" panose="020B0504020202020204" pitchFamily="34" charset="0"/>
              </a:rPr>
              <a:t>It compares the prediction to the actual answer and calculates the error.</a:t>
            </a:r>
            <a:r>
              <a:rPr dirty="0">
                <a:effectLst/>
              </a:rPr>
              <a:t> </a:t>
            </a:r>
            <a:endParaRPr lang="en-US" dirty="0"/>
          </a:p>
        </p:txBody>
      </p:sp>
      <p:sp>
        <p:nvSpPr>
          <p:cNvPr id="11" name="TextBox 10">
            <a:extLst>
              <a:ext uri="{FF2B5EF4-FFF2-40B4-BE49-F238E27FC236}">
                <a16:creationId xmlns:a16="http://schemas.microsoft.com/office/drawing/2014/main" id="{91F35D04-F2ED-482C-A2E4-0D55C762A4FB}"/>
              </a:ext>
            </a:extLst>
          </p:cNvPr>
          <p:cNvSpPr txBox="1"/>
          <p:nvPr/>
        </p:nvSpPr>
        <p:spPr>
          <a:xfrm>
            <a:off x="8208263" y="3108200"/>
            <a:ext cx="2667000" cy="2336899"/>
          </a:xfrm>
          <a:prstGeom prst="rect">
            <a:avLst/>
          </a:prstGeom>
          <a:noFill/>
        </p:spPr>
        <p:txBody>
          <a:bodyPr wrap="square" rtlCol="0">
            <a:normAutofit fontScale="92500" lnSpcReduction="10000"/>
          </a:bodyPr>
          <a:lstStyle/>
          <a:p>
            <a:pPr marL="0" algn="l">
              <a:spcAft>
                <a:spcPts val="1800"/>
              </a:spcAft>
              <a:buNone/>
            </a:pPr>
            <a:r>
              <a:rPr sz="5400" b="1" dirty="0">
                <a:solidFill>
                  <a:srgbClr val="105237"/>
                </a:solidFill>
                <a:effectLst/>
                <a:latin typeface="Avenir Next LT Pro" panose="020B0504020202020204" pitchFamily="34" charset="0"/>
              </a:rPr>
              <a:t>03</a:t>
            </a:r>
            <a:r>
              <a:rPr dirty="0">
                <a:effectLst/>
              </a:rPr>
              <a:t> </a:t>
            </a:r>
          </a:p>
          <a:p>
            <a:pPr marL="0" algn="l">
              <a:spcAft>
                <a:spcPts val="900"/>
              </a:spcAft>
              <a:buNone/>
            </a:pPr>
            <a:r>
              <a:rPr sz="1425" b="1" dirty="0">
                <a:solidFill>
                  <a:srgbClr val="105237"/>
                </a:solidFill>
                <a:effectLst/>
                <a:latin typeface="Avenir Next LT Pro" panose="020B0504020202020204" pitchFamily="34" charset="0"/>
              </a:rPr>
              <a:t>Backward Pass (Backpropagation)</a:t>
            </a:r>
            <a:r>
              <a:rPr dirty="0">
                <a:effectLst/>
              </a:rPr>
              <a:t> </a:t>
            </a:r>
          </a:p>
          <a:p>
            <a:pPr marL="0" algn="l">
              <a:buNone/>
            </a:pPr>
            <a:r>
              <a:rPr sz="1425" b="0" dirty="0">
                <a:solidFill>
                  <a:srgbClr val="105237"/>
                </a:solidFill>
                <a:effectLst/>
                <a:latin typeface="Avenir Next LT Pro" panose="020B0504020202020204" pitchFamily="34" charset="0"/>
              </a:rPr>
              <a:t>The computer traces back through each layer, adjusting connections to reduce the error for future predictions.</a:t>
            </a:r>
            <a:r>
              <a:rPr dirty="0">
                <a:effectLst/>
              </a:rPr>
              <a:t> </a:t>
            </a:r>
            <a:endParaRPr lang="en-US" dirty="0"/>
          </a:p>
        </p:txBody>
      </p:sp>
      <p:sp>
        <p:nvSpPr>
          <p:cNvPr id="3" name="TextBox 2">
            <a:extLst>
              <a:ext uri="{FF2B5EF4-FFF2-40B4-BE49-F238E27FC236}">
                <a16:creationId xmlns:a16="http://schemas.microsoft.com/office/drawing/2014/main" id="{ABA79F32-FB88-DE57-6992-601FD31303B0}"/>
              </a:ext>
            </a:extLst>
          </p:cNvPr>
          <p:cNvSpPr txBox="1"/>
          <p:nvPr/>
        </p:nvSpPr>
        <p:spPr>
          <a:xfrm>
            <a:off x="600074" y="1482372"/>
            <a:ext cx="10275189" cy="923330"/>
          </a:xfrm>
          <a:prstGeom prst="rect">
            <a:avLst/>
          </a:prstGeom>
          <a:noFill/>
        </p:spPr>
        <p:txBody>
          <a:bodyPr wrap="square">
            <a:spAutoFit/>
          </a:bodyPr>
          <a:lstStyle/>
          <a:p>
            <a:r>
              <a:rPr lang="en-US" dirty="0"/>
              <a:t>Backpropagation is like the computer rewinding its steps to find which parts made the biggest mistakes. It traces back through the network connections to learn exactly where it needs to change to improve future guesses.</a:t>
            </a:r>
          </a:p>
        </p:txBody>
      </p:sp>
    </p:spTree>
    <p:extLst>
      <p:ext uri="{BB962C8B-B14F-4D97-AF65-F5344CB8AC3E}">
        <p14:creationId xmlns:p14="http://schemas.microsoft.com/office/powerpoint/2010/main" val="1532517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32CC05EF-DC22-4716-955E-25AB164FDC6B}"/>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Content Placeholder 3">
            <a:extLst>
              <a:ext uri="{FF2B5EF4-FFF2-40B4-BE49-F238E27FC236}">
                <a16:creationId xmlns:a16="http://schemas.microsoft.com/office/drawing/2014/main" id="{0EE8DA78-B406-58D7-2445-B89BD10E8563}"/>
              </a:ext>
            </a:extLst>
          </p:cNvPr>
          <p:cNvSpPr>
            <a:spLocks noGrp="1"/>
          </p:cNvSpPr>
          <p:nvPr>
            <p:ph sz="quarter" idx="16"/>
          </p:nvPr>
        </p:nvSpPr>
        <p:spPr>
          <a:xfrm>
            <a:off x="619125" y="581025"/>
            <a:ext cx="10972800" cy="670470"/>
          </a:xfrm>
        </p:spPr>
        <p:txBody>
          <a:bodyPr>
            <a:normAutofit fontScale="77500" lnSpcReduction="20000"/>
          </a:bodyPr>
          <a:lstStyle/>
          <a:p>
            <a:pPr marL="0" indent="0" algn="l">
              <a:buNone/>
            </a:pPr>
            <a:r>
              <a:rPr sz="4800">
                <a:solidFill>
                  <a:srgbClr val="105237"/>
                </a:solidFill>
                <a:effectLst/>
                <a:latin typeface="Avenir Next LT Pro" panose="020B0504020202020204" pitchFamily="34" charset="0"/>
              </a:rPr>
              <a:t>Fixing Mistakes Step by Step</a:t>
            </a:r>
            <a:r>
              <a:rPr>
                <a:effectLst/>
              </a:rPr>
              <a:t> </a:t>
            </a:r>
            <a:endParaRPr lang="en-US"/>
          </a:p>
        </p:txBody>
      </p:sp>
      <p:sp>
        <p:nvSpPr>
          <p:cNvPr id="6" name="Date Placeholder 5">
            <a:extLst>
              <a:ext uri="{FF2B5EF4-FFF2-40B4-BE49-F238E27FC236}">
                <a16:creationId xmlns:a16="http://schemas.microsoft.com/office/drawing/2014/main" id="{1B3420B9-1F64-9DBE-895B-AEBBCA2B1F57}"/>
              </a:ext>
            </a:extLst>
          </p:cNvPr>
          <p:cNvSpPr>
            <a:spLocks noGrp="1"/>
          </p:cNvSpPr>
          <p:nvPr>
            <p:ph type="dt" sz="half" idx="17"/>
          </p:nvPr>
        </p:nvSpPr>
        <p:spPr/>
        <p:txBody>
          <a:bodyPr/>
          <a:lstStyle/>
          <a:p>
            <a:fld id="{E4E981A1-C564-488D-B4B6-3CC796C959F2}" type="datetime1">
              <a:rPr lang="en-US" smtClean="0"/>
              <a:t>2/2/2026</a:t>
            </a:fld>
            <a:endParaRPr lang="en-US" sz="900" dirty="0"/>
          </a:p>
        </p:txBody>
      </p:sp>
      <p:sp>
        <p:nvSpPr>
          <p:cNvPr id="7" name="Slide Number Placeholder 6">
            <a:extLst>
              <a:ext uri="{FF2B5EF4-FFF2-40B4-BE49-F238E27FC236}">
                <a16:creationId xmlns:a16="http://schemas.microsoft.com/office/drawing/2014/main" id="{5100C08E-2EA8-4B8A-675E-9B2D580FCD69}"/>
              </a:ext>
            </a:extLst>
          </p:cNvPr>
          <p:cNvSpPr>
            <a:spLocks noGrp="1"/>
          </p:cNvSpPr>
          <p:nvPr>
            <p:ph type="sldNum" sz="quarter" idx="19"/>
          </p:nvPr>
        </p:nvSpPr>
        <p:spPr/>
        <p:txBody>
          <a:bodyPr/>
          <a:lstStyle/>
          <a:p>
            <a:fld id="{AEAA3239-9EA4-4A65-A281-97F994456D9F}" type="slidenum">
              <a:rPr lang="en-US" smtClean="0"/>
              <a:pPr/>
              <a:t>14</a:t>
            </a:fld>
            <a:endParaRPr lang="en-US" sz="900" dirty="0"/>
          </a:p>
        </p:txBody>
      </p:sp>
      <p:sp>
        <p:nvSpPr>
          <p:cNvPr id="9" name="TextBox 8">
            <a:extLst>
              <a:ext uri="{FF2B5EF4-FFF2-40B4-BE49-F238E27FC236}">
                <a16:creationId xmlns:a16="http://schemas.microsoft.com/office/drawing/2014/main" id="{A8157F8F-22B3-4A05-B9E4-8F6B26D272C3}"/>
              </a:ext>
            </a:extLst>
          </p:cNvPr>
          <p:cNvSpPr txBox="1"/>
          <p:nvPr/>
        </p:nvSpPr>
        <p:spPr>
          <a:xfrm>
            <a:off x="619125" y="3003649"/>
            <a:ext cx="2009775" cy="2092672"/>
          </a:xfrm>
          <a:prstGeom prst="rect">
            <a:avLst/>
          </a:prstGeom>
          <a:noFill/>
        </p:spPr>
        <p:txBody>
          <a:bodyPr wrap="square" rtlCol="0">
            <a:normAutofit fontScale="92500" lnSpcReduction="20000"/>
          </a:bodyPr>
          <a:lstStyle/>
          <a:p>
            <a:pPr marL="0" algn="l">
              <a:spcAft>
                <a:spcPts val="1800"/>
              </a:spcAft>
              <a:buNone/>
            </a:pPr>
            <a:r>
              <a:rPr sz="5400" b="1">
                <a:solidFill>
                  <a:srgbClr val="105237"/>
                </a:solidFill>
                <a:effectLst/>
                <a:latin typeface="Avenir Next LT Pro" panose="020B0504020202020204" pitchFamily="34" charset="0"/>
              </a:rPr>
              <a:t>01</a:t>
            </a:r>
            <a:r>
              <a:rPr>
                <a:effectLst/>
              </a:rPr>
              <a:t> </a:t>
            </a:r>
          </a:p>
          <a:p>
            <a:pPr marL="0" algn="l">
              <a:spcAft>
                <a:spcPts val="900"/>
              </a:spcAft>
              <a:buNone/>
            </a:pPr>
            <a:r>
              <a:rPr sz="1425" b="1">
                <a:solidFill>
                  <a:srgbClr val="105237"/>
                </a:solidFill>
                <a:effectLst/>
                <a:latin typeface="Avenir Next LT Pro" panose="020B0504020202020204" pitchFamily="34" charset="0"/>
              </a:rPr>
              <a:t>Find Where Errors Happen</a:t>
            </a:r>
            <a:r>
              <a:rPr>
                <a:effectLst/>
              </a:rPr>
              <a:t> </a:t>
            </a:r>
          </a:p>
          <a:p>
            <a:pPr marL="0" algn="l">
              <a:buNone/>
            </a:pPr>
            <a:r>
              <a:rPr sz="1425" b="0">
                <a:solidFill>
                  <a:srgbClr val="105237"/>
                </a:solidFill>
                <a:effectLst/>
                <a:latin typeface="Avenir Next LT Pro" panose="020B0504020202020204" pitchFamily="34" charset="0"/>
              </a:rPr>
              <a:t>Identify which connections led to the mistake.</a:t>
            </a:r>
            <a:r>
              <a:rPr>
                <a:effectLst/>
              </a:rPr>
              <a:t> </a:t>
            </a:r>
            <a:endParaRPr lang="en-US"/>
          </a:p>
        </p:txBody>
      </p:sp>
      <p:sp>
        <p:nvSpPr>
          <p:cNvPr id="10" name="TextBox 9">
            <a:extLst>
              <a:ext uri="{FF2B5EF4-FFF2-40B4-BE49-F238E27FC236}">
                <a16:creationId xmlns:a16="http://schemas.microsoft.com/office/drawing/2014/main" id="{9E518B71-8243-4CA6-B59E-809633FA8335}"/>
              </a:ext>
            </a:extLst>
          </p:cNvPr>
          <p:cNvSpPr txBox="1"/>
          <p:nvPr/>
        </p:nvSpPr>
        <p:spPr>
          <a:xfrm>
            <a:off x="2857500" y="3003649"/>
            <a:ext cx="2009775" cy="2092672"/>
          </a:xfrm>
          <a:prstGeom prst="rect">
            <a:avLst/>
          </a:prstGeom>
          <a:noFill/>
        </p:spPr>
        <p:txBody>
          <a:bodyPr wrap="square" rtlCol="0">
            <a:normAutofit fontScale="92500" lnSpcReduction="20000"/>
          </a:bodyPr>
          <a:lstStyle/>
          <a:p>
            <a:pPr marL="0" algn="l">
              <a:spcAft>
                <a:spcPts val="1800"/>
              </a:spcAft>
              <a:buNone/>
            </a:pPr>
            <a:r>
              <a:rPr sz="5400" b="1">
                <a:solidFill>
                  <a:srgbClr val="105237"/>
                </a:solidFill>
                <a:effectLst/>
                <a:latin typeface="Avenir Next LT Pro" panose="020B0504020202020204" pitchFamily="34" charset="0"/>
              </a:rPr>
              <a:t>02</a:t>
            </a:r>
            <a:r>
              <a:rPr>
                <a:effectLst/>
              </a:rPr>
              <a:t> </a:t>
            </a:r>
          </a:p>
          <a:p>
            <a:pPr marL="0" algn="l">
              <a:spcAft>
                <a:spcPts val="900"/>
              </a:spcAft>
              <a:buNone/>
            </a:pPr>
            <a:r>
              <a:rPr sz="1425" b="1">
                <a:solidFill>
                  <a:srgbClr val="105237"/>
                </a:solidFill>
                <a:effectLst/>
                <a:latin typeface="Avenir Next LT Pro" panose="020B0504020202020204" pitchFamily="34" charset="0"/>
              </a:rPr>
              <a:t>Apply Tiny Adjustments</a:t>
            </a:r>
            <a:r>
              <a:rPr>
                <a:effectLst/>
              </a:rPr>
              <a:t> </a:t>
            </a:r>
          </a:p>
          <a:p>
            <a:pPr marL="0" algn="l">
              <a:buNone/>
            </a:pPr>
            <a:r>
              <a:rPr sz="1425" b="0">
                <a:solidFill>
                  <a:srgbClr val="105237"/>
                </a:solidFill>
                <a:effectLst/>
                <a:latin typeface="Avenir Next LT Pro" panose="020B0504020202020204" pitchFamily="34" charset="0"/>
              </a:rPr>
              <a:t>Nudge connection strengths slightly, not drastically.</a:t>
            </a:r>
            <a:r>
              <a:rPr>
                <a:effectLst/>
              </a:rPr>
              <a:t> </a:t>
            </a:r>
            <a:endParaRPr lang="en-US"/>
          </a:p>
        </p:txBody>
      </p:sp>
      <p:sp>
        <p:nvSpPr>
          <p:cNvPr id="11" name="TextBox 10">
            <a:extLst>
              <a:ext uri="{FF2B5EF4-FFF2-40B4-BE49-F238E27FC236}">
                <a16:creationId xmlns:a16="http://schemas.microsoft.com/office/drawing/2014/main" id="{A4BF3976-0CE4-4B01-BFFD-82A50468EA81}"/>
              </a:ext>
            </a:extLst>
          </p:cNvPr>
          <p:cNvSpPr txBox="1"/>
          <p:nvPr/>
        </p:nvSpPr>
        <p:spPr>
          <a:xfrm>
            <a:off x="5095875" y="3003649"/>
            <a:ext cx="2009775" cy="2092672"/>
          </a:xfrm>
          <a:prstGeom prst="rect">
            <a:avLst/>
          </a:prstGeom>
          <a:noFill/>
        </p:spPr>
        <p:txBody>
          <a:bodyPr wrap="square" rtlCol="0">
            <a:normAutofit fontScale="92500" lnSpcReduction="20000"/>
          </a:bodyPr>
          <a:lstStyle/>
          <a:p>
            <a:pPr marL="0" algn="l">
              <a:spcAft>
                <a:spcPts val="1800"/>
              </a:spcAft>
              <a:buNone/>
            </a:pPr>
            <a:r>
              <a:rPr sz="5400" b="1">
                <a:solidFill>
                  <a:srgbClr val="105237"/>
                </a:solidFill>
                <a:effectLst/>
                <a:latin typeface="Avenir Next LT Pro" panose="020B0504020202020204" pitchFamily="34" charset="0"/>
              </a:rPr>
              <a:t>03</a:t>
            </a:r>
            <a:r>
              <a:rPr>
                <a:effectLst/>
              </a:rPr>
              <a:t> </a:t>
            </a:r>
          </a:p>
          <a:p>
            <a:pPr marL="0" algn="l">
              <a:spcAft>
                <a:spcPts val="900"/>
              </a:spcAft>
              <a:buNone/>
            </a:pPr>
            <a:r>
              <a:rPr sz="1425" b="1">
                <a:solidFill>
                  <a:srgbClr val="105237"/>
                </a:solidFill>
                <a:effectLst/>
                <a:latin typeface="Avenir Next LT Pro" panose="020B0504020202020204" pitchFamily="34" charset="0"/>
              </a:rPr>
              <a:t>Check Progress Each Step</a:t>
            </a:r>
            <a:r>
              <a:rPr>
                <a:effectLst/>
              </a:rPr>
              <a:t> </a:t>
            </a:r>
          </a:p>
          <a:p>
            <a:pPr marL="0" algn="l">
              <a:buNone/>
            </a:pPr>
            <a:r>
              <a:rPr sz="1425" b="0">
                <a:solidFill>
                  <a:srgbClr val="105237"/>
                </a:solidFill>
                <a:effectLst/>
                <a:latin typeface="Avenir Next LT Pro" panose="020B0504020202020204" pitchFamily="34" charset="0"/>
              </a:rPr>
              <a:t>After every update, measure if results improve.</a:t>
            </a:r>
            <a:r>
              <a:rPr>
                <a:effectLst/>
              </a:rPr>
              <a:t> </a:t>
            </a:r>
            <a:endParaRPr lang="en-US"/>
          </a:p>
        </p:txBody>
      </p:sp>
      <p:sp>
        <p:nvSpPr>
          <p:cNvPr id="12" name="TextBox 11">
            <a:extLst>
              <a:ext uri="{FF2B5EF4-FFF2-40B4-BE49-F238E27FC236}">
                <a16:creationId xmlns:a16="http://schemas.microsoft.com/office/drawing/2014/main" id="{5A92F87E-6F0B-41B4-ADEA-208145B33F12}"/>
              </a:ext>
            </a:extLst>
          </p:cNvPr>
          <p:cNvSpPr txBox="1"/>
          <p:nvPr/>
        </p:nvSpPr>
        <p:spPr>
          <a:xfrm>
            <a:off x="7334250" y="3003649"/>
            <a:ext cx="2009775" cy="2092672"/>
          </a:xfrm>
          <a:prstGeom prst="rect">
            <a:avLst/>
          </a:prstGeom>
          <a:noFill/>
        </p:spPr>
        <p:txBody>
          <a:bodyPr wrap="square" rtlCol="0">
            <a:normAutofit fontScale="92500"/>
          </a:bodyPr>
          <a:lstStyle/>
          <a:p>
            <a:pPr marL="0" algn="l">
              <a:spcAft>
                <a:spcPts val="1800"/>
              </a:spcAft>
              <a:buNone/>
            </a:pPr>
            <a:r>
              <a:rPr sz="5400" b="1">
                <a:solidFill>
                  <a:srgbClr val="105237"/>
                </a:solidFill>
                <a:effectLst/>
                <a:latin typeface="Avenir Next LT Pro" panose="020B0504020202020204" pitchFamily="34" charset="0"/>
              </a:rPr>
              <a:t>04</a:t>
            </a:r>
            <a:r>
              <a:rPr>
                <a:effectLst/>
              </a:rPr>
              <a:t> </a:t>
            </a:r>
          </a:p>
          <a:p>
            <a:pPr marL="0" algn="l">
              <a:spcAft>
                <a:spcPts val="900"/>
              </a:spcAft>
              <a:buNone/>
            </a:pPr>
            <a:r>
              <a:rPr sz="1425" b="1">
                <a:solidFill>
                  <a:srgbClr val="105237"/>
                </a:solidFill>
                <a:effectLst/>
                <a:latin typeface="Avenir Next LT Pro" panose="020B0504020202020204" pitchFamily="34" charset="0"/>
              </a:rPr>
              <a:t>Keep Changes Stable</a:t>
            </a:r>
            <a:r>
              <a:rPr>
                <a:effectLst/>
              </a:rPr>
              <a:t> </a:t>
            </a:r>
          </a:p>
          <a:p>
            <a:pPr marL="0" algn="l">
              <a:buNone/>
            </a:pPr>
            <a:r>
              <a:rPr sz="1425" b="0">
                <a:solidFill>
                  <a:srgbClr val="105237"/>
                </a:solidFill>
                <a:effectLst/>
                <a:latin typeface="Avenir Next LT Pro" panose="020B0504020202020204" pitchFamily="34" charset="0"/>
              </a:rPr>
              <a:t>Avoid big jumps that could cause confusion.</a:t>
            </a:r>
            <a:r>
              <a:rPr>
                <a:effectLst/>
              </a:rPr>
              <a:t> </a:t>
            </a:r>
            <a:endParaRPr lang="en-US"/>
          </a:p>
        </p:txBody>
      </p:sp>
      <p:sp>
        <p:nvSpPr>
          <p:cNvPr id="13" name="TextBox 12">
            <a:extLst>
              <a:ext uri="{FF2B5EF4-FFF2-40B4-BE49-F238E27FC236}">
                <a16:creationId xmlns:a16="http://schemas.microsoft.com/office/drawing/2014/main" id="{9047944F-30D7-4D54-A683-A996E0B4C8CC}"/>
              </a:ext>
            </a:extLst>
          </p:cNvPr>
          <p:cNvSpPr txBox="1"/>
          <p:nvPr/>
        </p:nvSpPr>
        <p:spPr>
          <a:xfrm>
            <a:off x="9572625" y="3003649"/>
            <a:ext cx="2009775" cy="2092672"/>
          </a:xfrm>
          <a:prstGeom prst="rect">
            <a:avLst/>
          </a:prstGeom>
          <a:noFill/>
        </p:spPr>
        <p:txBody>
          <a:bodyPr wrap="square" rtlCol="0">
            <a:normAutofit fontScale="92500" lnSpcReduction="20000"/>
          </a:bodyPr>
          <a:lstStyle/>
          <a:p>
            <a:pPr marL="0" algn="l">
              <a:spcAft>
                <a:spcPts val="1800"/>
              </a:spcAft>
              <a:buNone/>
            </a:pPr>
            <a:r>
              <a:rPr sz="5400" b="1">
                <a:solidFill>
                  <a:srgbClr val="105237"/>
                </a:solidFill>
                <a:effectLst/>
                <a:latin typeface="Avenir Next LT Pro" panose="020B0504020202020204" pitchFamily="34" charset="0"/>
              </a:rPr>
              <a:t>05</a:t>
            </a:r>
            <a:r>
              <a:rPr>
                <a:effectLst/>
              </a:rPr>
              <a:t> </a:t>
            </a:r>
          </a:p>
          <a:p>
            <a:pPr marL="0" algn="l">
              <a:spcAft>
                <a:spcPts val="900"/>
              </a:spcAft>
              <a:buNone/>
            </a:pPr>
            <a:r>
              <a:rPr sz="1425" b="1">
                <a:solidFill>
                  <a:srgbClr val="105237"/>
                </a:solidFill>
                <a:effectLst/>
                <a:latin typeface="Avenir Next LT Pro" panose="020B0504020202020204" pitchFamily="34" charset="0"/>
              </a:rPr>
              <a:t>Grow Gradually Over Time</a:t>
            </a:r>
            <a:r>
              <a:rPr>
                <a:effectLst/>
              </a:rPr>
              <a:t> </a:t>
            </a:r>
          </a:p>
          <a:p>
            <a:pPr marL="0" algn="l">
              <a:buNone/>
            </a:pPr>
            <a:r>
              <a:rPr sz="1425" b="0">
                <a:solidFill>
                  <a:srgbClr val="105237"/>
                </a:solidFill>
                <a:effectLst/>
                <a:latin typeface="Avenir Next LT Pro" panose="020B0504020202020204" pitchFamily="34" charset="0"/>
              </a:rPr>
              <a:t>Connection strength improves step by step (0.50 → 0.60).</a:t>
            </a:r>
            <a:r>
              <a:rPr>
                <a:effectLst/>
              </a:rPr>
              <a:t> </a:t>
            </a:r>
            <a:endParaRPr lang="en-US"/>
          </a:p>
        </p:txBody>
      </p:sp>
    </p:spTree>
    <p:extLst>
      <p:ext uri="{BB962C8B-B14F-4D97-AF65-F5344CB8AC3E}">
        <p14:creationId xmlns:p14="http://schemas.microsoft.com/office/powerpoint/2010/main" val="38563930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B84F1C0D-8F3A-4048-A4C9-ACC5CBFBADFF}"/>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Content Placeholder 3">
            <a:extLst>
              <a:ext uri="{FF2B5EF4-FFF2-40B4-BE49-F238E27FC236}">
                <a16:creationId xmlns:a16="http://schemas.microsoft.com/office/drawing/2014/main" id="{6B75F595-E012-72BA-60DB-DF0F779AF29B}"/>
              </a:ext>
            </a:extLst>
          </p:cNvPr>
          <p:cNvSpPr>
            <a:spLocks noGrp="1"/>
          </p:cNvSpPr>
          <p:nvPr>
            <p:ph sz="quarter" idx="16"/>
          </p:nvPr>
        </p:nvSpPr>
        <p:spPr>
          <a:xfrm>
            <a:off x="1333500" y="325934"/>
            <a:ext cx="9525000" cy="1340941"/>
          </a:xfrm>
        </p:spPr>
        <p:txBody>
          <a:bodyPr>
            <a:normAutofit fontScale="92500"/>
          </a:bodyPr>
          <a:lstStyle/>
          <a:p>
            <a:pPr marL="0" indent="0" algn="ctr">
              <a:buNone/>
            </a:pPr>
            <a:r>
              <a:rPr sz="4800" b="1" dirty="0">
                <a:solidFill>
                  <a:srgbClr val="105237"/>
                </a:solidFill>
                <a:effectLst/>
                <a:latin typeface="Avenir Next LT Pro" panose="020B0504020202020204" pitchFamily="34" charset="0"/>
              </a:rPr>
              <a:t>Trying Again and Getting Smarter</a:t>
            </a:r>
            <a:r>
              <a:rPr dirty="0">
                <a:effectLst/>
              </a:rPr>
              <a:t> </a:t>
            </a:r>
            <a:endParaRPr lang="en-US" dirty="0"/>
          </a:p>
        </p:txBody>
      </p:sp>
      <p:sp>
        <p:nvSpPr>
          <p:cNvPr id="6" name="Date Placeholder 5">
            <a:extLst>
              <a:ext uri="{FF2B5EF4-FFF2-40B4-BE49-F238E27FC236}">
                <a16:creationId xmlns:a16="http://schemas.microsoft.com/office/drawing/2014/main" id="{22760ECC-63DF-6458-5320-8E44098D5119}"/>
              </a:ext>
            </a:extLst>
          </p:cNvPr>
          <p:cNvSpPr>
            <a:spLocks noGrp="1"/>
          </p:cNvSpPr>
          <p:nvPr>
            <p:ph type="dt" sz="half" idx="17"/>
          </p:nvPr>
        </p:nvSpPr>
        <p:spPr/>
        <p:txBody>
          <a:bodyPr/>
          <a:lstStyle/>
          <a:p>
            <a:fld id="{E4E981A1-C564-488D-B4B6-3CC796C959F2}" type="datetime1">
              <a:rPr lang="en-US" smtClean="0"/>
              <a:t>2/2/2026</a:t>
            </a:fld>
            <a:endParaRPr lang="en-US" sz="900" dirty="0"/>
          </a:p>
        </p:txBody>
      </p:sp>
      <p:sp>
        <p:nvSpPr>
          <p:cNvPr id="7" name="Slide Number Placeholder 6">
            <a:extLst>
              <a:ext uri="{FF2B5EF4-FFF2-40B4-BE49-F238E27FC236}">
                <a16:creationId xmlns:a16="http://schemas.microsoft.com/office/drawing/2014/main" id="{C5AB234A-E109-DF41-C08A-F7EFD2A6B21F}"/>
              </a:ext>
            </a:extLst>
          </p:cNvPr>
          <p:cNvSpPr>
            <a:spLocks noGrp="1"/>
          </p:cNvSpPr>
          <p:nvPr>
            <p:ph type="sldNum" sz="quarter" idx="19"/>
          </p:nvPr>
        </p:nvSpPr>
        <p:spPr/>
        <p:txBody>
          <a:bodyPr/>
          <a:lstStyle/>
          <a:p>
            <a:fld id="{AEAA3239-9EA4-4A65-A281-97F994456D9F}" type="slidenum">
              <a:rPr lang="en-US" smtClean="0"/>
              <a:pPr/>
              <a:t>15</a:t>
            </a:fld>
            <a:endParaRPr lang="en-US" sz="900" dirty="0"/>
          </a:p>
        </p:txBody>
      </p:sp>
      <p:sp>
        <p:nvSpPr>
          <p:cNvPr id="9" name="TextBox 8">
            <a:extLst>
              <a:ext uri="{FF2B5EF4-FFF2-40B4-BE49-F238E27FC236}">
                <a16:creationId xmlns:a16="http://schemas.microsoft.com/office/drawing/2014/main" id="{F006EEF7-CA2B-4CAF-8F75-8F747A79AC48}"/>
              </a:ext>
            </a:extLst>
          </p:cNvPr>
          <p:cNvSpPr txBox="1"/>
          <p:nvPr/>
        </p:nvSpPr>
        <p:spPr>
          <a:xfrm>
            <a:off x="1333500" y="1697534"/>
            <a:ext cx="9525000" cy="1905000"/>
          </a:xfrm>
          <a:prstGeom prst="rect">
            <a:avLst/>
          </a:prstGeom>
          <a:noFill/>
        </p:spPr>
        <p:txBody>
          <a:bodyPr wrap="square" rtlCol="0">
            <a:normAutofit fontScale="92500" lnSpcReduction="20000"/>
          </a:bodyPr>
          <a:lstStyle/>
          <a:p>
            <a:pPr marL="0" algn="ctr">
              <a:buNone/>
            </a:pPr>
            <a:r>
              <a:rPr sz="15000" b="1" dirty="0">
                <a:solidFill>
                  <a:srgbClr val="105237"/>
                </a:solidFill>
                <a:effectLst/>
                <a:latin typeface="Avenir Next LT Pro" panose="020B0504020202020204" pitchFamily="34" charset="0"/>
              </a:rPr>
              <a:t>98%</a:t>
            </a:r>
            <a:r>
              <a:rPr dirty="0">
                <a:effectLst/>
              </a:rPr>
              <a:t> </a:t>
            </a:r>
            <a:endParaRPr lang="en-US" dirty="0"/>
          </a:p>
        </p:txBody>
      </p:sp>
      <p:sp>
        <p:nvSpPr>
          <p:cNvPr id="10" name="TextBox 9">
            <a:extLst>
              <a:ext uri="{FF2B5EF4-FFF2-40B4-BE49-F238E27FC236}">
                <a16:creationId xmlns:a16="http://schemas.microsoft.com/office/drawing/2014/main" id="{A92E6CB2-5A0F-44B4-BA74-E3B8BB96AC24}"/>
              </a:ext>
            </a:extLst>
          </p:cNvPr>
          <p:cNvSpPr txBox="1"/>
          <p:nvPr/>
        </p:nvSpPr>
        <p:spPr>
          <a:xfrm>
            <a:off x="0" y="3962400"/>
            <a:ext cx="12192000" cy="2569666"/>
          </a:xfrm>
          <a:prstGeom prst="rect">
            <a:avLst/>
          </a:prstGeom>
          <a:noFill/>
        </p:spPr>
        <p:txBody>
          <a:bodyPr wrap="square" rtlCol="0">
            <a:normAutofit/>
          </a:bodyPr>
          <a:lstStyle/>
          <a:p>
            <a:pPr marL="0" algn="ctr">
              <a:buNone/>
            </a:pPr>
            <a:r>
              <a:rPr sz="2700" b="0" dirty="0">
                <a:solidFill>
                  <a:srgbClr val="105237"/>
                </a:solidFill>
                <a:effectLst/>
                <a:latin typeface="Avenir Next LT Pro" panose="020B0504020202020204" pitchFamily="34" charset="0"/>
              </a:rPr>
              <a:t>accuracy after repeated learning cycles</a:t>
            </a:r>
            <a:r>
              <a:rPr dirty="0">
                <a:effectLst/>
              </a:rPr>
              <a:t> </a:t>
            </a:r>
          </a:p>
          <a:p>
            <a:pPr marL="0" algn="ctr">
              <a:spcBef>
                <a:spcPts val="750"/>
              </a:spcBef>
              <a:buNone/>
            </a:pPr>
            <a:r>
              <a:rPr sz="1800" b="0" dirty="0">
                <a:solidFill>
                  <a:srgbClr val="105237"/>
                </a:solidFill>
                <a:effectLst/>
                <a:latin typeface="Avenir Next LT Pro" panose="020B0504020202020204" pitchFamily="34" charset="0"/>
              </a:rPr>
              <a:t>Practice, check, fix, and improve—each try boosts performance.</a:t>
            </a:r>
            <a:endParaRPr lang="en-US" sz="1800" b="0" dirty="0">
              <a:solidFill>
                <a:srgbClr val="105237"/>
              </a:solidFill>
              <a:effectLst/>
              <a:latin typeface="Avenir Next LT Pro" panose="020B0504020202020204" pitchFamily="34" charset="0"/>
            </a:endParaRPr>
          </a:p>
          <a:p>
            <a:pPr marL="0" algn="ctr">
              <a:spcBef>
                <a:spcPts val="750"/>
              </a:spcBef>
              <a:buNone/>
            </a:pPr>
            <a:endParaRPr lang="en-US" sz="1800" b="0" dirty="0">
              <a:solidFill>
                <a:srgbClr val="105237"/>
              </a:solidFill>
              <a:effectLst/>
              <a:latin typeface="Avenir Next LT Pro" panose="020B0504020202020204" pitchFamily="34" charset="0"/>
            </a:endParaRPr>
          </a:p>
          <a:p>
            <a:pPr algn="ctr">
              <a:spcBef>
                <a:spcPts val="750"/>
              </a:spcBef>
            </a:pPr>
            <a:r>
              <a:rPr lang="en-US" dirty="0"/>
              <a:t>The computer keeps practicing by making guesses, checking mistakes, and fixing itself over and over. Each new try helps it learn better, just like how kids practice skills repeatedly until they master them.</a:t>
            </a:r>
          </a:p>
          <a:p>
            <a:pPr marL="0" algn="ctr">
              <a:spcBef>
                <a:spcPts val="750"/>
              </a:spcBef>
              <a:buNone/>
            </a:pPr>
            <a:r>
              <a:rPr dirty="0">
                <a:effectLst/>
              </a:rPr>
              <a:t> </a:t>
            </a:r>
            <a:endParaRPr lang="en-US" dirty="0"/>
          </a:p>
        </p:txBody>
      </p:sp>
    </p:spTree>
    <p:extLst>
      <p:ext uri="{BB962C8B-B14F-4D97-AF65-F5344CB8AC3E}">
        <p14:creationId xmlns:p14="http://schemas.microsoft.com/office/powerpoint/2010/main" val="29664902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F046BDE2-5CC0-46DC-975C-DE45078E3240}"/>
              </a:ext>
            </a:extLst>
          </p:cNvPr>
          <p:cNvPicPr>
            <a:picLocks noGrp="1" noChangeAspect="1"/>
          </p:cNvPicPr>
          <p:nvPr>
            <p:ph sz="quarter" idx="15"/>
          </p:nvPr>
        </p:nvPicPr>
        <p:blipFill>
          <a:blip r:embed="rId3">
            <a:extLst>
              <a:ext uri="{96DAC541-7B7A-43D3-8B79-37D633B846F1}">
                <asvg:svgBlip xmlns:asvg="http://schemas.microsoft.com/office/drawing/2016/SVG/main" r:embed="rId4"/>
              </a:ext>
            </a:extLst>
          </a:blip>
          <a:stretch>
            <a:fillRect/>
          </a:stretch>
        </p:blipFill>
        <p:spPr>
          <a:xfrm>
            <a:off x="0" y="0"/>
            <a:ext cx="12192000" cy="6858000"/>
          </a:xfrm>
          <a:prstGeom prst="rect">
            <a:avLst/>
          </a:prstGeom>
        </p:spPr>
      </p:pic>
      <p:sp>
        <p:nvSpPr>
          <p:cNvPr id="4" name="Content Placeholder 3">
            <a:extLst>
              <a:ext uri="{FF2B5EF4-FFF2-40B4-BE49-F238E27FC236}">
                <a16:creationId xmlns:a16="http://schemas.microsoft.com/office/drawing/2014/main" id="{2D185450-CA47-F76C-8772-8CD691866D57}"/>
              </a:ext>
            </a:extLst>
          </p:cNvPr>
          <p:cNvSpPr>
            <a:spLocks noGrp="1"/>
          </p:cNvSpPr>
          <p:nvPr>
            <p:ph sz="quarter" idx="16"/>
          </p:nvPr>
        </p:nvSpPr>
        <p:spPr>
          <a:xfrm>
            <a:off x="733425" y="1019175"/>
            <a:ext cx="10953750" cy="2011412"/>
          </a:xfrm>
        </p:spPr>
        <p:txBody>
          <a:bodyPr>
            <a:normAutofit fontScale="92500"/>
          </a:bodyPr>
          <a:lstStyle/>
          <a:p>
            <a:pPr marL="0" indent="0" algn="l">
              <a:spcBef>
                <a:spcPts val="450"/>
              </a:spcBef>
              <a:buNone/>
            </a:pPr>
            <a:r>
              <a:rPr sz="4800">
                <a:solidFill>
                  <a:srgbClr val="105237"/>
                </a:solidFill>
                <a:effectLst/>
                <a:latin typeface="Avenir Next LT Pro" panose="020B0504020202020204" pitchFamily="34" charset="0"/>
              </a:rPr>
              <a:t>Conclusion: Backpropagation Empowers Computers to Learn and Improve</a:t>
            </a:r>
            <a:r>
              <a:rPr>
                <a:effectLst/>
              </a:rPr>
              <a:t> </a:t>
            </a:r>
            <a:endParaRPr lang="en-US"/>
          </a:p>
        </p:txBody>
      </p:sp>
      <p:sp>
        <p:nvSpPr>
          <p:cNvPr id="6" name="Date Placeholder 5">
            <a:extLst>
              <a:ext uri="{FF2B5EF4-FFF2-40B4-BE49-F238E27FC236}">
                <a16:creationId xmlns:a16="http://schemas.microsoft.com/office/drawing/2014/main" id="{6D9F4EE3-F05F-15C9-29B9-85102775E5D8}"/>
              </a:ext>
            </a:extLst>
          </p:cNvPr>
          <p:cNvSpPr>
            <a:spLocks noGrp="1"/>
          </p:cNvSpPr>
          <p:nvPr>
            <p:ph type="dt" sz="half" idx="17"/>
          </p:nvPr>
        </p:nvSpPr>
        <p:spPr/>
        <p:txBody>
          <a:bodyPr/>
          <a:lstStyle/>
          <a:p>
            <a:fld id="{E4E981A1-C564-488D-B4B6-3CC796C959F2}" type="datetime1">
              <a:rPr lang="en-US" smtClean="0"/>
              <a:t>2/2/2026</a:t>
            </a:fld>
            <a:endParaRPr lang="en-US" sz="900" dirty="0"/>
          </a:p>
        </p:txBody>
      </p:sp>
      <p:sp>
        <p:nvSpPr>
          <p:cNvPr id="7" name="Slide Number Placeholder 6">
            <a:extLst>
              <a:ext uri="{FF2B5EF4-FFF2-40B4-BE49-F238E27FC236}">
                <a16:creationId xmlns:a16="http://schemas.microsoft.com/office/drawing/2014/main" id="{F07E772F-538D-8631-1332-DEB26756A0B2}"/>
              </a:ext>
            </a:extLst>
          </p:cNvPr>
          <p:cNvSpPr>
            <a:spLocks noGrp="1"/>
          </p:cNvSpPr>
          <p:nvPr>
            <p:ph type="sldNum" sz="quarter" idx="19"/>
          </p:nvPr>
        </p:nvSpPr>
        <p:spPr/>
        <p:txBody>
          <a:bodyPr/>
          <a:lstStyle/>
          <a:p>
            <a:fld id="{AEAA3239-9EA4-4A65-A281-97F994456D9F}" type="slidenum">
              <a:rPr lang="en-US" smtClean="0"/>
              <a:pPr/>
              <a:t>16</a:t>
            </a:fld>
            <a:endParaRPr lang="en-US" sz="900" dirty="0"/>
          </a:p>
        </p:txBody>
      </p:sp>
      <p:sp>
        <p:nvSpPr>
          <p:cNvPr id="9" name="TextBox 8">
            <a:extLst>
              <a:ext uri="{FF2B5EF4-FFF2-40B4-BE49-F238E27FC236}">
                <a16:creationId xmlns:a16="http://schemas.microsoft.com/office/drawing/2014/main" id="{6261DFD8-7BA6-4FD8-9D85-2C5377180AA7}"/>
              </a:ext>
            </a:extLst>
          </p:cNvPr>
          <p:cNvSpPr txBox="1"/>
          <p:nvPr/>
        </p:nvSpPr>
        <p:spPr>
          <a:xfrm>
            <a:off x="733425" y="3504158"/>
            <a:ext cx="10953750" cy="1714500"/>
          </a:xfrm>
          <a:prstGeom prst="rect">
            <a:avLst/>
          </a:prstGeom>
          <a:noFill/>
        </p:spPr>
        <p:txBody>
          <a:bodyPr wrap="square" rtlCol="0">
            <a:normAutofit/>
          </a:bodyPr>
          <a:lstStyle/>
          <a:p>
            <a:r>
              <a:rPr lang="en-US" dirty="0">
                <a:solidFill>
                  <a:srgbClr val="105237"/>
                </a:solidFill>
                <a:latin typeface="Avenir Next LT Pro" panose="020B0504020202020204" pitchFamily="34" charset="0"/>
              </a:rPr>
              <a:t>The moral of the story - Backpropagation is pretty easy! It just a computer learning from its mistakes by sending the error backward and letting each helper adjust how it responds next time.</a:t>
            </a:r>
          </a:p>
          <a:p>
            <a:endParaRPr lang="en-US" dirty="0">
              <a:solidFill>
                <a:srgbClr val="105237"/>
              </a:solidFill>
              <a:latin typeface="Avenir Next LT Pro" panose="020B0504020202020204" pitchFamily="34" charset="0"/>
            </a:endParaRPr>
          </a:p>
          <a:p>
            <a:r>
              <a:rPr lang="en-US" dirty="0">
                <a:solidFill>
                  <a:srgbClr val="105237"/>
                </a:solidFill>
                <a:latin typeface="Avenir Next LT Pro" panose="020B0504020202020204" pitchFamily="34" charset="0"/>
              </a:rPr>
              <a:t>That’s it — no scary math, no complicated words.  Just practice, a little feedback, and improvement.</a:t>
            </a:r>
            <a:endParaRPr lang="en-US" dirty="0"/>
          </a:p>
        </p:txBody>
      </p:sp>
    </p:spTree>
    <p:extLst>
      <p:ext uri="{BB962C8B-B14F-4D97-AF65-F5344CB8AC3E}">
        <p14:creationId xmlns:p14="http://schemas.microsoft.com/office/powerpoint/2010/main" val="855909579"/>
      </p:ext>
    </p:extLst>
  </p:cSld>
  <p:clrMapOvr>
    <a:masterClrMapping/>
  </p:clrMapOvr>
</p:sld>
</file>

<file path=ppt/theme/theme1.xml><?xml version="1.0" encoding="utf-8"?>
<a:theme xmlns:a="http://schemas.openxmlformats.org/drawingml/2006/main" name="Square harmony">
  <a:themeElements>
    <a:clrScheme name="Square Harmony">
      <a:dk1>
        <a:srgbClr val="000000"/>
      </a:dk1>
      <a:lt1>
        <a:srgbClr val="FFFFFF"/>
      </a:lt1>
      <a:dk2>
        <a:srgbClr val="0E2841"/>
      </a:dk2>
      <a:lt2>
        <a:srgbClr val="E8E8E8"/>
      </a:lt2>
      <a:accent1>
        <a:srgbClr val="0E5336"/>
      </a:accent1>
      <a:accent2>
        <a:srgbClr val="DDB4FA"/>
      </a:accent2>
      <a:accent3>
        <a:srgbClr val="5693CF"/>
      </a:accent3>
      <a:accent4>
        <a:srgbClr val="F6F8E6"/>
      </a:accent4>
      <a:accent5>
        <a:srgbClr val="90FEC3"/>
      </a:accent5>
      <a:accent6>
        <a:srgbClr val="1538A8"/>
      </a:accent6>
      <a:hlink>
        <a:srgbClr val="467886"/>
      </a:hlink>
      <a:folHlink>
        <a:srgbClr val="96607D"/>
      </a:folHlink>
    </a:clrScheme>
    <a:fontScheme name="Square harmony">
      <a:majorFont>
        <a:latin typeface="Avenir Next LT Pro Demi"/>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quare Harmony_win32_EF_v3" id="{DFB72738-CE99-4470-904C-205E8E70D837}" vid="{F2FEBAB6-D7E3-4CC2-B31D-075EF81A389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119</TotalTime>
  <Words>1235</Words>
  <Application>Microsoft Office PowerPoint</Application>
  <PresentationFormat>Widescreen</PresentationFormat>
  <Paragraphs>156</Paragraphs>
  <Slides>16</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Aptos</vt:lpstr>
      <vt:lpstr>Arial</vt:lpstr>
      <vt:lpstr>Avenir Next LT Pro</vt:lpstr>
      <vt:lpstr>Avenir Next LT Pro Demi</vt:lpstr>
      <vt:lpstr>Avenir Next LT Pro Light</vt:lpstr>
      <vt:lpstr>Times New Roman</vt:lpstr>
      <vt:lpstr>Square harmony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richard.rodriguez17-W1428896</dc:creator>
  <cp:lastModifiedBy>richard.rodriguez17-W1428896</cp:lastModifiedBy>
  <cp:revision>3</cp:revision>
  <dcterms:created xsi:type="dcterms:W3CDTF">2026-02-03T02:54:09Z</dcterms:created>
  <dcterms:modified xsi:type="dcterms:W3CDTF">2026-02-03T04:54:00Z</dcterms:modified>
</cp:coreProperties>
</file>