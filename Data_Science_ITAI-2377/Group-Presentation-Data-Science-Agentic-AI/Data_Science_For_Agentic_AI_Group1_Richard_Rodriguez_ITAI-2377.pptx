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FCDA-4B5B-9968-AFA6-60185BAE9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54C42-FC75-9FC9-2F67-977BB0C09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B45FC-1CFF-FB34-12A8-328FD5CE3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B0E39-0178-6C00-1CB9-E81B3531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B21C7-046B-9093-DC13-6BB2AB80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2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A3A8F-55C9-4704-5729-B4BB42246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F458E-4656-66EA-99C7-9FA731DC4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0563C-C90D-8EFE-091F-33824F6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E4D25-D005-EA03-DC16-6CCCB616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AB798-99A6-82E2-A458-62A4EB87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5BF6-D61C-3A0A-B52B-98F69645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CBAFE-F5DB-1257-BB02-CE6B0B5CB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F953-FD2C-0C5C-37D6-7D7E668C2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5A2BF-8497-D0FF-CA9B-1DA62F86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13956-E39A-5334-E2E5-92B0023C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A82E-E445-8F8D-4399-2171B4AA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66AF-F027-8823-E306-EDC435C29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5CFE9-CB1A-419B-6333-F566703DE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0A9C-5E76-7527-7EEC-42BFA5FB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E14B4-BF8C-77DE-8E86-AECF0189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732C6-302E-4FD2-4395-CB548CDE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499C-F4D5-23B0-02FF-9F2B8446F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DD67C-CBA9-B586-EE2A-30D7F3C9E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E30B7-3322-0827-AC15-C90099F1F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7F986-FE92-7F71-C2F3-C99606632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914C4-11CD-C7C5-67E2-4619A2619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AACE9-3A55-2D6A-198E-79AC1E2A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32443-C8DC-410F-1BB5-38F8684E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913CE-B43F-CD07-7637-FAA82640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5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AE93-BB8B-D17A-ED47-B29E1647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EDA9C-6CFD-C2C9-B7AD-D3BF1CA1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B62E7-A8EB-AA4C-4D03-FC19E2DA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06499E-9F62-946F-A2DA-F28CDB12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1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8BE40-C481-B175-A217-2B0A6C75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E25A2-2109-7BD5-E5AC-095157B0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6D740-2EBF-53DC-73AA-C4A98BB99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6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E731-1238-C341-7516-EF59BB0D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31884-3C69-26CC-BB70-6B07A0A36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3B47C-B576-3C91-00A4-62C6A33F0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1C8F2-ED78-3A9F-00F9-745ABF8F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BB4EE-1909-439B-0882-B76E15F9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5CE83-61DE-DD17-3B59-ADBB444A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6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37296-C1FC-6A66-8782-44C66688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49359-6FF1-E63A-46D1-3DC4B05C1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42CEA-51A6-CA00-AF04-AF8B0FCD2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A71B1-87D8-953C-D1C2-BDEB6443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55EE3-B136-5488-E2ED-0640F493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D8A75-CB5F-3368-2527-ABEFC2566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1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97C4-7EC5-5FDF-923E-BCD4D022E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A2B05-4F0F-9516-D59C-69342EE32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6A43F-5EB1-D6BD-A159-C7C75A79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A224-0849-7268-6ECE-0DEEA74E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2F1D-7C17-C30A-1104-3627A474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30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72F88-4C4F-711E-C6E4-F8777846C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1D638-7174-AF1B-FAD8-C10473B97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08CFF-D2CE-FCE7-10DC-03C08E29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EAE5-98EA-F0C4-3908-395D044C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DD014-26DC-EA30-51FE-D9777A9E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7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E11DD-F5FD-FB5B-BC12-4A803ECF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89E3C-47E3-2020-A84D-9AB2FE20A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3A3F-26DE-AB08-868C-AC3CB5020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C152F-3810-4DEA-BE7F-B14DECC6471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D7B96-2EE0-BC3F-B08F-62EB63858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602D-BD35-6C45-ED56-4879204DE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B0099-F658-402B-86CE-BA729D185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9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52A9C1-805C-C0A6-1B28-55C924E52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8" y="0"/>
            <a:ext cx="12198198" cy="68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2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87065-44E8-77DC-E4C6-C3426A20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EA309F-4618-B487-E8BB-45DB0801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96"/>
            <a:ext cx="12192000" cy="69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14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C24C8-F90F-AADC-68FC-55ACF946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54578-0120-80B8-CBCF-AF761C1D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211" y="0"/>
            <a:ext cx="12238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4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ECF1-3F63-AB75-EB2B-83766203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C750C9-401E-28B3-AC5C-AD94B3834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1"/>
            <a:ext cx="12192000" cy="686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2817-E72A-3B82-0FEC-61DBD561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C86085-7C8A-16E3-420B-E95C42655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"/>
            <a:ext cx="12192000" cy="685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579D-F028-A131-8632-598DA64F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B555E3-47A0-8183-3784-6888122B5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663"/>
            <a:ext cx="12192000" cy="690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0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8300-A45E-B2D6-71D3-57F2BDC5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F7693A-EE58-693F-6430-4A5F0713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296" y="0"/>
            <a:ext cx="12270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3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DB69-7A52-4202-C894-B321330B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FD990-3BF3-2ED4-4E0A-1D7400CE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1"/>
            <a:ext cx="12192000" cy="68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7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766B-BE64-4357-0E89-6C8B68F2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E55685-D967-E513-BFE0-FE025A841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029"/>
            <a:ext cx="12191999" cy="688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96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C067-859B-119C-675E-DAEFE283D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6E03B-6F2D-F43B-D9AF-6412D783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95"/>
            <a:ext cx="12192000" cy="68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19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6BFA7-AB5B-91E6-9549-AC28B4ED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0F924-E0E7-E3AF-DCBF-C82F2B75D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"/>
            <a:ext cx="12192000" cy="68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3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7564-C09C-7B59-0689-DA59DDF10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4985C-6444-E1C9-960A-21B75B1B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443"/>
            <a:ext cx="12191999" cy="691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9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5B6F-857C-1178-EAC8-F3FBBE5D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43A73B-3E08-E90D-0C64-4A8A814CD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566"/>
            <a:ext cx="12192000" cy="689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53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2362-E281-D502-662A-28E33A9A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B4BE2-1CC5-B922-67D8-4B2D2598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4"/>
            <a:ext cx="12192000" cy="68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0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Rodriguez</dc:creator>
  <cp:lastModifiedBy>Richard Rodriguez</cp:lastModifiedBy>
  <cp:revision>1</cp:revision>
  <dcterms:created xsi:type="dcterms:W3CDTF">2026-04-21T22:17:18Z</dcterms:created>
  <dcterms:modified xsi:type="dcterms:W3CDTF">2026-04-21T22:27:17Z</dcterms:modified>
</cp:coreProperties>
</file>